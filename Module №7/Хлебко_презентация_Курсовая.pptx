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2" r:id="rId1"/>
  </p:sldMasterIdLst>
  <p:notesMasterIdLst>
    <p:notesMasterId r:id="rId18"/>
  </p:notesMasterIdLst>
  <p:sldIdLst>
    <p:sldId id="256" r:id="rId2"/>
    <p:sldId id="265" r:id="rId3"/>
    <p:sldId id="266" r:id="rId4"/>
    <p:sldId id="267" r:id="rId5"/>
    <p:sldId id="268" r:id="rId6"/>
    <p:sldId id="269" r:id="rId7"/>
    <p:sldId id="262" r:id="rId8"/>
    <p:sldId id="270" r:id="rId9"/>
    <p:sldId id="271" r:id="rId10"/>
    <p:sldId id="272" r:id="rId11"/>
    <p:sldId id="273" r:id="rId12"/>
    <p:sldId id="274" r:id="rId13"/>
    <p:sldId id="275" r:id="rId14"/>
    <p:sldId id="278" r:id="rId15"/>
    <p:sldId id="280" r:id="rId16"/>
    <p:sldId id="277" r:id="rId17"/>
  </p:sldIdLst>
  <p:sldSz cx="9144000" cy="5143500" type="screen16x9"/>
  <p:notesSz cx="51435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14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72" y="-2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7799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127922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103979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643177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118429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257200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94162CE-80B6-297A-9274-58CFEFB67853}"/>
              </a:ext>
            </a:extLst>
          </p:cNvPr>
          <p:cNvSpPr>
            <a:spLocks noGrp="1"/>
          </p:cNvSpPr>
          <p:nvPr>
            <p:ph type="ctrTitle"/>
          </p:nvPr>
        </p:nvSpPr>
        <p:spPr>
          <a:xfrm>
            <a:off x="1143000" y="841772"/>
            <a:ext cx="6858000" cy="1790700"/>
          </a:xfrm>
        </p:spPr>
        <p:txBody>
          <a:bodyPr anchor="b"/>
          <a:lstStyle>
            <a:lvl1pPr algn="ctr">
              <a:defRPr sz="4500"/>
            </a:lvl1pPr>
          </a:lstStyle>
          <a:p>
            <a:r>
              <a:rPr lang="ru-RU"/>
              <a:t>Образец заголовка</a:t>
            </a:r>
          </a:p>
        </p:txBody>
      </p:sp>
      <p:sp>
        <p:nvSpPr>
          <p:cNvPr id="3" name="Подзаголовок 2">
            <a:extLst>
              <a:ext uri="{FF2B5EF4-FFF2-40B4-BE49-F238E27FC236}">
                <a16:creationId xmlns:a16="http://schemas.microsoft.com/office/drawing/2014/main" id="{33A3CC4E-BA0C-42A9-2DEC-4F4D7F29474B}"/>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ru-RU"/>
              <a:t>Образец подзаголовка</a:t>
            </a:r>
          </a:p>
        </p:txBody>
      </p:sp>
      <p:sp>
        <p:nvSpPr>
          <p:cNvPr id="4" name="Дата 3">
            <a:extLst>
              <a:ext uri="{FF2B5EF4-FFF2-40B4-BE49-F238E27FC236}">
                <a16:creationId xmlns:a16="http://schemas.microsoft.com/office/drawing/2014/main" id="{88C020A1-066D-16E2-9FA6-2AE514642DD2}"/>
              </a:ext>
            </a:extLst>
          </p:cNvPr>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5" name="Нижний колонтитул 4">
            <a:extLst>
              <a:ext uri="{FF2B5EF4-FFF2-40B4-BE49-F238E27FC236}">
                <a16:creationId xmlns:a16="http://schemas.microsoft.com/office/drawing/2014/main" id="{092937E3-C233-CB52-CEDB-115E66571E4D}"/>
              </a:ext>
            </a:extLst>
          </p:cNvPr>
          <p:cNvSpPr>
            <a:spLocks noGrp="1"/>
          </p:cNvSpPr>
          <p:nvPr>
            <p:ph type="ftr" sz="quarter" idx="11"/>
          </p:nvPr>
        </p:nvSpPr>
        <p:spPr/>
        <p:txBody>
          <a:bodyPr/>
          <a:lstStyle/>
          <a:p>
            <a:endParaRPr lang="en-US" dirty="0"/>
          </a:p>
        </p:txBody>
      </p:sp>
      <p:sp>
        <p:nvSpPr>
          <p:cNvPr id="6" name="Номер слайда 5">
            <a:extLst>
              <a:ext uri="{FF2B5EF4-FFF2-40B4-BE49-F238E27FC236}">
                <a16:creationId xmlns:a16="http://schemas.microsoft.com/office/drawing/2014/main" id="{68B856AD-1DE3-A158-2CBD-05892BD289D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8268570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1514DF-6460-8D2E-48B3-C0C93F35940A}"/>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F3954753-7CDC-835E-5ADA-077C7A83FA03}"/>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3AEB6F8-5C04-7935-819D-784396199CA5}"/>
              </a:ext>
            </a:extLst>
          </p:cNvPr>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5" name="Нижний колонтитул 4">
            <a:extLst>
              <a:ext uri="{FF2B5EF4-FFF2-40B4-BE49-F238E27FC236}">
                <a16:creationId xmlns:a16="http://schemas.microsoft.com/office/drawing/2014/main" id="{FB87C540-F94C-7610-6C29-DF1B7E6462EE}"/>
              </a:ext>
            </a:extLst>
          </p:cNvPr>
          <p:cNvSpPr>
            <a:spLocks noGrp="1"/>
          </p:cNvSpPr>
          <p:nvPr>
            <p:ph type="ftr" sz="quarter" idx="11"/>
          </p:nvPr>
        </p:nvSpPr>
        <p:spPr/>
        <p:txBody>
          <a:bodyPr/>
          <a:lstStyle/>
          <a:p>
            <a:endParaRPr lang="en-US" dirty="0"/>
          </a:p>
        </p:txBody>
      </p:sp>
      <p:sp>
        <p:nvSpPr>
          <p:cNvPr id="6" name="Номер слайда 5">
            <a:extLst>
              <a:ext uri="{FF2B5EF4-FFF2-40B4-BE49-F238E27FC236}">
                <a16:creationId xmlns:a16="http://schemas.microsoft.com/office/drawing/2014/main" id="{B08C9DEC-7804-4D56-4E2B-555E4809EC3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3715298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C3C305-93B6-54E5-4E77-188A133F4F75}"/>
              </a:ext>
            </a:extLst>
          </p:cNvPr>
          <p:cNvSpPr>
            <a:spLocks noGrp="1"/>
          </p:cNvSpPr>
          <p:nvPr>
            <p:ph type="title"/>
          </p:nvPr>
        </p:nvSpPr>
        <p:spPr>
          <a:xfrm>
            <a:off x="623888" y="1282304"/>
            <a:ext cx="7886700" cy="2139553"/>
          </a:xfrm>
        </p:spPr>
        <p:txBody>
          <a:bodyPr anchor="b"/>
          <a:lstStyle>
            <a:lvl1pPr>
              <a:defRPr sz="4500"/>
            </a:lvl1pPr>
          </a:lstStyle>
          <a:p>
            <a:r>
              <a:rPr lang="ru-RU"/>
              <a:t>Образец заголовка</a:t>
            </a:r>
          </a:p>
        </p:txBody>
      </p:sp>
      <p:sp>
        <p:nvSpPr>
          <p:cNvPr id="3" name="Текст 2">
            <a:extLst>
              <a:ext uri="{FF2B5EF4-FFF2-40B4-BE49-F238E27FC236}">
                <a16:creationId xmlns:a16="http://schemas.microsoft.com/office/drawing/2014/main" id="{5058CB19-7A67-54B3-2389-5F91559B93B1}"/>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AD5CE808-584F-7424-B2B9-61E1EA3ECFA6}"/>
              </a:ext>
            </a:extLst>
          </p:cNvPr>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5" name="Нижний колонтитул 4">
            <a:extLst>
              <a:ext uri="{FF2B5EF4-FFF2-40B4-BE49-F238E27FC236}">
                <a16:creationId xmlns:a16="http://schemas.microsoft.com/office/drawing/2014/main" id="{BAFC02C1-66C5-FF6A-E476-C02296AD28BD}"/>
              </a:ext>
            </a:extLst>
          </p:cNvPr>
          <p:cNvSpPr>
            <a:spLocks noGrp="1"/>
          </p:cNvSpPr>
          <p:nvPr>
            <p:ph type="ftr" sz="quarter" idx="11"/>
          </p:nvPr>
        </p:nvSpPr>
        <p:spPr/>
        <p:txBody>
          <a:bodyPr/>
          <a:lstStyle/>
          <a:p>
            <a:endParaRPr lang="en-US" dirty="0"/>
          </a:p>
        </p:txBody>
      </p:sp>
      <p:sp>
        <p:nvSpPr>
          <p:cNvPr id="6" name="Номер слайда 5">
            <a:extLst>
              <a:ext uri="{FF2B5EF4-FFF2-40B4-BE49-F238E27FC236}">
                <a16:creationId xmlns:a16="http://schemas.microsoft.com/office/drawing/2014/main" id="{E8256F8A-D41D-0F62-A75E-A7D24A1DFB8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1432789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DA446F-677A-4497-1910-3F090305D310}"/>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48AFCFEF-B15E-6D8C-7520-471BE274B189}"/>
              </a:ext>
            </a:extLst>
          </p:cNvPr>
          <p:cNvSpPr>
            <a:spLocks noGrp="1"/>
          </p:cNvSpPr>
          <p:nvPr>
            <p:ph sz="half" idx="1"/>
          </p:nvPr>
        </p:nvSpPr>
        <p:spPr>
          <a:xfrm>
            <a:off x="628650" y="1369219"/>
            <a:ext cx="3886200" cy="326350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95135C69-59BB-83D9-9282-5BA19180A06F}"/>
              </a:ext>
            </a:extLst>
          </p:cNvPr>
          <p:cNvSpPr>
            <a:spLocks noGrp="1"/>
          </p:cNvSpPr>
          <p:nvPr>
            <p:ph sz="half" idx="2"/>
          </p:nvPr>
        </p:nvSpPr>
        <p:spPr>
          <a:xfrm>
            <a:off x="4629150" y="1369219"/>
            <a:ext cx="3886200" cy="326350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EA367ABF-7182-DF83-1786-B22E4EFBA683}"/>
              </a:ext>
            </a:extLst>
          </p:cNvPr>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6" name="Нижний колонтитул 5">
            <a:extLst>
              <a:ext uri="{FF2B5EF4-FFF2-40B4-BE49-F238E27FC236}">
                <a16:creationId xmlns:a16="http://schemas.microsoft.com/office/drawing/2014/main" id="{1BF1C3C6-CF21-BCD0-1D7C-C8465873C475}"/>
              </a:ext>
            </a:extLst>
          </p:cNvPr>
          <p:cNvSpPr>
            <a:spLocks noGrp="1"/>
          </p:cNvSpPr>
          <p:nvPr>
            <p:ph type="ftr" sz="quarter" idx="11"/>
          </p:nvPr>
        </p:nvSpPr>
        <p:spPr/>
        <p:txBody>
          <a:bodyPr/>
          <a:lstStyle/>
          <a:p>
            <a:endParaRPr lang="en-US" dirty="0"/>
          </a:p>
        </p:txBody>
      </p:sp>
      <p:sp>
        <p:nvSpPr>
          <p:cNvPr id="7" name="Номер слайда 6">
            <a:extLst>
              <a:ext uri="{FF2B5EF4-FFF2-40B4-BE49-F238E27FC236}">
                <a16:creationId xmlns:a16="http://schemas.microsoft.com/office/drawing/2014/main" id="{69E2CCD7-4F8E-C11D-E0F6-3D4B4EBE6B49}"/>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5087243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BB8923-A425-B612-BF3C-A24F7F101495}"/>
              </a:ext>
            </a:extLst>
          </p:cNvPr>
          <p:cNvSpPr>
            <a:spLocks noGrp="1"/>
          </p:cNvSpPr>
          <p:nvPr>
            <p:ph type="title"/>
          </p:nvPr>
        </p:nvSpPr>
        <p:spPr>
          <a:xfrm>
            <a:off x="629841" y="273844"/>
            <a:ext cx="7886700" cy="994172"/>
          </a:xfrm>
        </p:spPr>
        <p:txBody>
          <a:bodyPr/>
          <a:lstStyle/>
          <a:p>
            <a:r>
              <a:rPr lang="ru-RU"/>
              <a:t>Образец заголовка</a:t>
            </a:r>
          </a:p>
        </p:txBody>
      </p:sp>
      <p:sp>
        <p:nvSpPr>
          <p:cNvPr id="3" name="Текст 2">
            <a:extLst>
              <a:ext uri="{FF2B5EF4-FFF2-40B4-BE49-F238E27FC236}">
                <a16:creationId xmlns:a16="http://schemas.microsoft.com/office/drawing/2014/main" id="{3A6EDCA7-E119-2BE7-6F9C-A66EAD74DC32}"/>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4" name="Объект 3">
            <a:extLst>
              <a:ext uri="{FF2B5EF4-FFF2-40B4-BE49-F238E27FC236}">
                <a16:creationId xmlns:a16="http://schemas.microsoft.com/office/drawing/2014/main" id="{CD9F71DB-D8B9-09DF-9B38-CF2C065E64AC}"/>
              </a:ext>
            </a:extLst>
          </p:cNvPr>
          <p:cNvSpPr>
            <a:spLocks noGrp="1"/>
          </p:cNvSpPr>
          <p:nvPr>
            <p:ph sz="half" idx="2"/>
          </p:nvPr>
        </p:nvSpPr>
        <p:spPr>
          <a:xfrm>
            <a:off x="629842" y="1878806"/>
            <a:ext cx="3868340" cy="2763441"/>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55EFCC19-A3AF-F7CB-D705-D439785D4FAC}"/>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6" name="Объект 5">
            <a:extLst>
              <a:ext uri="{FF2B5EF4-FFF2-40B4-BE49-F238E27FC236}">
                <a16:creationId xmlns:a16="http://schemas.microsoft.com/office/drawing/2014/main" id="{A45CC1DB-161A-0D67-5668-A5628EE3B089}"/>
              </a:ext>
            </a:extLst>
          </p:cNvPr>
          <p:cNvSpPr>
            <a:spLocks noGrp="1"/>
          </p:cNvSpPr>
          <p:nvPr>
            <p:ph sz="quarter" idx="4"/>
          </p:nvPr>
        </p:nvSpPr>
        <p:spPr>
          <a:xfrm>
            <a:off x="4629150" y="1878806"/>
            <a:ext cx="3887391" cy="2763441"/>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FC256CB9-BD5A-6D69-D825-E8185B8DAE89}"/>
              </a:ext>
            </a:extLst>
          </p:cNvPr>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8" name="Нижний колонтитул 7">
            <a:extLst>
              <a:ext uri="{FF2B5EF4-FFF2-40B4-BE49-F238E27FC236}">
                <a16:creationId xmlns:a16="http://schemas.microsoft.com/office/drawing/2014/main" id="{5AF64CD4-C1E3-3640-B59A-FE35F4575C9F}"/>
              </a:ext>
            </a:extLst>
          </p:cNvPr>
          <p:cNvSpPr>
            <a:spLocks noGrp="1"/>
          </p:cNvSpPr>
          <p:nvPr>
            <p:ph type="ftr" sz="quarter" idx="11"/>
          </p:nvPr>
        </p:nvSpPr>
        <p:spPr/>
        <p:txBody>
          <a:bodyPr/>
          <a:lstStyle/>
          <a:p>
            <a:endParaRPr lang="en-US" dirty="0"/>
          </a:p>
        </p:txBody>
      </p:sp>
      <p:sp>
        <p:nvSpPr>
          <p:cNvPr id="9" name="Номер слайда 8">
            <a:extLst>
              <a:ext uri="{FF2B5EF4-FFF2-40B4-BE49-F238E27FC236}">
                <a16:creationId xmlns:a16="http://schemas.microsoft.com/office/drawing/2014/main" id="{B1F14159-6808-48E6-62D5-6DB3E4CED2A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3282416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B940DF-54A5-DBA0-3493-3B5EA939C169}"/>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2F2BD932-D44D-9196-92AA-CE6D28BFEA80}"/>
              </a:ext>
            </a:extLst>
          </p:cNvPr>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4" name="Нижний колонтитул 3">
            <a:extLst>
              <a:ext uri="{FF2B5EF4-FFF2-40B4-BE49-F238E27FC236}">
                <a16:creationId xmlns:a16="http://schemas.microsoft.com/office/drawing/2014/main" id="{A29E44DC-FB48-0070-5AF2-C077ABC7511F}"/>
              </a:ext>
            </a:extLst>
          </p:cNvPr>
          <p:cNvSpPr>
            <a:spLocks noGrp="1"/>
          </p:cNvSpPr>
          <p:nvPr>
            <p:ph type="ftr" sz="quarter" idx="11"/>
          </p:nvPr>
        </p:nvSpPr>
        <p:spPr/>
        <p:txBody>
          <a:bodyPr/>
          <a:lstStyle/>
          <a:p>
            <a:endParaRPr lang="en-US" dirty="0"/>
          </a:p>
        </p:txBody>
      </p:sp>
      <p:sp>
        <p:nvSpPr>
          <p:cNvPr id="5" name="Номер слайда 4">
            <a:extLst>
              <a:ext uri="{FF2B5EF4-FFF2-40B4-BE49-F238E27FC236}">
                <a16:creationId xmlns:a16="http://schemas.microsoft.com/office/drawing/2014/main" id="{64C301DD-C533-B0E1-7B32-923701758A7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6339998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365E2C8-2C51-EFB5-7310-3F79184F5525}"/>
              </a:ext>
            </a:extLst>
          </p:cNvPr>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3" name="Нижний колонтитул 2">
            <a:extLst>
              <a:ext uri="{FF2B5EF4-FFF2-40B4-BE49-F238E27FC236}">
                <a16:creationId xmlns:a16="http://schemas.microsoft.com/office/drawing/2014/main" id="{A4B3BE01-3F68-798B-3617-205079B5BA35}"/>
              </a:ext>
            </a:extLst>
          </p:cNvPr>
          <p:cNvSpPr>
            <a:spLocks noGrp="1"/>
          </p:cNvSpPr>
          <p:nvPr>
            <p:ph type="ftr" sz="quarter" idx="11"/>
          </p:nvPr>
        </p:nvSpPr>
        <p:spPr/>
        <p:txBody>
          <a:bodyPr/>
          <a:lstStyle/>
          <a:p>
            <a:endParaRPr lang="en-US" dirty="0"/>
          </a:p>
        </p:txBody>
      </p:sp>
      <p:sp>
        <p:nvSpPr>
          <p:cNvPr id="4" name="Номер слайда 3">
            <a:extLst>
              <a:ext uri="{FF2B5EF4-FFF2-40B4-BE49-F238E27FC236}">
                <a16:creationId xmlns:a16="http://schemas.microsoft.com/office/drawing/2014/main" id="{C62A6F4D-F41B-CE44-C3DB-90DE8318AEF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108909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D5CB6FA-0565-7D25-1CC0-CF7C4A3A088B}"/>
              </a:ext>
            </a:extLst>
          </p:cNvPr>
          <p:cNvSpPr>
            <a:spLocks noGrp="1"/>
          </p:cNvSpPr>
          <p:nvPr>
            <p:ph type="title"/>
          </p:nvPr>
        </p:nvSpPr>
        <p:spPr>
          <a:xfrm>
            <a:off x="629841" y="342900"/>
            <a:ext cx="2949178" cy="1200150"/>
          </a:xfrm>
        </p:spPr>
        <p:txBody>
          <a:bodyPr anchor="b"/>
          <a:lstStyle>
            <a:lvl1pPr>
              <a:defRPr sz="2400"/>
            </a:lvl1pPr>
          </a:lstStyle>
          <a:p>
            <a:r>
              <a:rPr lang="ru-RU"/>
              <a:t>Образец заголовка</a:t>
            </a:r>
          </a:p>
        </p:txBody>
      </p:sp>
      <p:sp>
        <p:nvSpPr>
          <p:cNvPr id="3" name="Объект 2">
            <a:extLst>
              <a:ext uri="{FF2B5EF4-FFF2-40B4-BE49-F238E27FC236}">
                <a16:creationId xmlns:a16="http://schemas.microsoft.com/office/drawing/2014/main" id="{B2061BCC-ECC0-BDC2-A57C-031F316E00E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C58E07AC-409F-7617-CA03-3E4C1F60F42E}"/>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sp>
        <p:nvSpPr>
          <p:cNvPr id="5" name="Дата 4">
            <a:extLst>
              <a:ext uri="{FF2B5EF4-FFF2-40B4-BE49-F238E27FC236}">
                <a16:creationId xmlns:a16="http://schemas.microsoft.com/office/drawing/2014/main" id="{FDEBA455-D6ED-EB82-DFEF-1142413F7633}"/>
              </a:ext>
            </a:extLst>
          </p:cNvPr>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6" name="Нижний колонтитул 5">
            <a:extLst>
              <a:ext uri="{FF2B5EF4-FFF2-40B4-BE49-F238E27FC236}">
                <a16:creationId xmlns:a16="http://schemas.microsoft.com/office/drawing/2014/main" id="{6B4BAA8B-9148-4C29-5193-DCAD4EC6D586}"/>
              </a:ext>
            </a:extLst>
          </p:cNvPr>
          <p:cNvSpPr>
            <a:spLocks noGrp="1"/>
          </p:cNvSpPr>
          <p:nvPr>
            <p:ph type="ftr" sz="quarter" idx="11"/>
          </p:nvPr>
        </p:nvSpPr>
        <p:spPr/>
        <p:txBody>
          <a:bodyPr/>
          <a:lstStyle/>
          <a:p>
            <a:endParaRPr lang="en-US" dirty="0"/>
          </a:p>
        </p:txBody>
      </p:sp>
      <p:sp>
        <p:nvSpPr>
          <p:cNvPr id="7" name="Номер слайда 6">
            <a:extLst>
              <a:ext uri="{FF2B5EF4-FFF2-40B4-BE49-F238E27FC236}">
                <a16:creationId xmlns:a16="http://schemas.microsoft.com/office/drawing/2014/main" id="{F5F21255-D58D-3D15-FE82-B911866CBA5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9578582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FEC744-5788-28E3-BD77-AC4B725A312B}"/>
              </a:ext>
            </a:extLst>
          </p:cNvPr>
          <p:cNvSpPr>
            <a:spLocks noGrp="1"/>
          </p:cNvSpPr>
          <p:nvPr>
            <p:ph type="title"/>
          </p:nvPr>
        </p:nvSpPr>
        <p:spPr>
          <a:xfrm>
            <a:off x="629841" y="342900"/>
            <a:ext cx="2949178" cy="1200150"/>
          </a:xfrm>
        </p:spPr>
        <p:txBody>
          <a:bodyPr anchor="b"/>
          <a:lstStyle>
            <a:lvl1pPr>
              <a:defRPr sz="2400"/>
            </a:lvl1pPr>
          </a:lstStyle>
          <a:p>
            <a:r>
              <a:rPr lang="ru-RU"/>
              <a:t>Образец заголовка</a:t>
            </a:r>
          </a:p>
        </p:txBody>
      </p:sp>
      <p:sp>
        <p:nvSpPr>
          <p:cNvPr id="3" name="Рисунок 2">
            <a:extLst>
              <a:ext uri="{FF2B5EF4-FFF2-40B4-BE49-F238E27FC236}">
                <a16:creationId xmlns:a16="http://schemas.microsoft.com/office/drawing/2014/main" id="{FCAF6F3E-8A64-53BB-9093-3C0BF33DB035}"/>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ru-RU"/>
          </a:p>
        </p:txBody>
      </p:sp>
      <p:sp>
        <p:nvSpPr>
          <p:cNvPr id="4" name="Текст 3">
            <a:extLst>
              <a:ext uri="{FF2B5EF4-FFF2-40B4-BE49-F238E27FC236}">
                <a16:creationId xmlns:a16="http://schemas.microsoft.com/office/drawing/2014/main" id="{B86D8721-7127-A9BD-04C2-DFF07E4160DE}"/>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sp>
        <p:nvSpPr>
          <p:cNvPr id="5" name="Дата 4">
            <a:extLst>
              <a:ext uri="{FF2B5EF4-FFF2-40B4-BE49-F238E27FC236}">
                <a16:creationId xmlns:a16="http://schemas.microsoft.com/office/drawing/2014/main" id="{400D60AD-E790-E229-EB90-D75E21D146A7}"/>
              </a:ext>
            </a:extLst>
          </p:cNvPr>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6" name="Нижний колонтитул 5">
            <a:extLst>
              <a:ext uri="{FF2B5EF4-FFF2-40B4-BE49-F238E27FC236}">
                <a16:creationId xmlns:a16="http://schemas.microsoft.com/office/drawing/2014/main" id="{7410018A-D574-5C02-938D-EDC49B1A7B9D}"/>
              </a:ext>
            </a:extLst>
          </p:cNvPr>
          <p:cNvSpPr>
            <a:spLocks noGrp="1"/>
          </p:cNvSpPr>
          <p:nvPr>
            <p:ph type="ftr" sz="quarter" idx="11"/>
          </p:nvPr>
        </p:nvSpPr>
        <p:spPr/>
        <p:txBody>
          <a:bodyPr/>
          <a:lstStyle/>
          <a:p>
            <a:endParaRPr lang="en-US" dirty="0"/>
          </a:p>
        </p:txBody>
      </p:sp>
      <p:sp>
        <p:nvSpPr>
          <p:cNvPr id="7" name="Номер слайда 6">
            <a:extLst>
              <a:ext uri="{FF2B5EF4-FFF2-40B4-BE49-F238E27FC236}">
                <a16:creationId xmlns:a16="http://schemas.microsoft.com/office/drawing/2014/main" id="{FFE5039A-FF06-B620-1A8B-F237CF03E35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5668450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B24192-0500-CAF2-9DD2-B67AAA123407}"/>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6C53F45F-6629-449C-0154-236C1034617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3240AB6-866B-34B3-3092-19B98D325926}"/>
              </a:ext>
            </a:extLst>
          </p:cNvPr>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5" name="Нижний колонтитул 4">
            <a:extLst>
              <a:ext uri="{FF2B5EF4-FFF2-40B4-BE49-F238E27FC236}">
                <a16:creationId xmlns:a16="http://schemas.microsoft.com/office/drawing/2014/main" id="{1D72B991-AB5C-66DD-B7BC-1587794ABE51}"/>
              </a:ext>
            </a:extLst>
          </p:cNvPr>
          <p:cNvSpPr>
            <a:spLocks noGrp="1"/>
          </p:cNvSpPr>
          <p:nvPr>
            <p:ph type="ftr" sz="quarter" idx="11"/>
          </p:nvPr>
        </p:nvSpPr>
        <p:spPr/>
        <p:txBody>
          <a:bodyPr/>
          <a:lstStyle/>
          <a:p>
            <a:endParaRPr lang="en-US" dirty="0"/>
          </a:p>
        </p:txBody>
      </p:sp>
      <p:sp>
        <p:nvSpPr>
          <p:cNvPr id="6" name="Номер слайда 5">
            <a:extLst>
              <a:ext uri="{FF2B5EF4-FFF2-40B4-BE49-F238E27FC236}">
                <a16:creationId xmlns:a16="http://schemas.microsoft.com/office/drawing/2014/main" id="{0581B8D0-0CA5-0D9F-51D1-9F740464D64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732648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6C1114E1-3BBB-8AA2-2F8D-BF85371ED17A}"/>
              </a:ext>
            </a:extLst>
          </p:cNvPr>
          <p:cNvSpPr>
            <a:spLocks noGrp="1"/>
          </p:cNvSpPr>
          <p:nvPr>
            <p:ph type="title" orient="vert"/>
          </p:nvPr>
        </p:nvSpPr>
        <p:spPr>
          <a:xfrm>
            <a:off x="6543675" y="273844"/>
            <a:ext cx="1971675" cy="4358879"/>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614F1721-8D5A-D7C9-D8C8-F923FC2FA84D}"/>
              </a:ext>
            </a:extLst>
          </p:cNvPr>
          <p:cNvSpPr>
            <a:spLocks noGrp="1"/>
          </p:cNvSpPr>
          <p:nvPr>
            <p:ph type="body" orient="vert" idx="1"/>
          </p:nvPr>
        </p:nvSpPr>
        <p:spPr>
          <a:xfrm>
            <a:off x="628650" y="273844"/>
            <a:ext cx="5800725" cy="4358879"/>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3F7FD82-7270-3087-28FD-4C5C2F487C18}"/>
              </a:ext>
            </a:extLst>
          </p:cNvPr>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5" name="Нижний колонтитул 4">
            <a:extLst>
              <a:ext uri="{FF2B5EF4-FFF2-40B4-BE49-F238E27FC236}">
                <a16:creationId xmlns:a16="http://schemas.microsoft.com/office/drawing/2014/main" id="{EF667F7A-EA9A-8893-2B63-8A39193BD06F}"/>
              </a:ext>
            </a:extLst>
          </p:cNvPr>
          <p:cNvSpPr>
            <a:spLocks noGrp="1"/>
          </p:cNvSpPr>
          <p:nvPr>
            <p:ph type="ftr" sz="quarter" idx="11"/>
          </p:nvPr>
        </p:nvSpPr>
        <p:spPr/>
        <p:txBody>
          <a:bodyPr/>
          <a:lstStyle/>
          <a:p>
            <a:endParaRPr lang="en-US" dirty="0"/>
          </a:p>
        </p:txBody>
      </p:sp>
      <p:sp>
        <p:nvSpPr>
          <p:cNvPr id="6" name="Номер слайда 5">
            <a:extLst>
              <a:ext uri="{FF2B5EF4-FFF2-40B4-BE49-F238E27FC236}">
                <a16:creationId xmlns:a16="http://schemas.microsoft.com/office/drawing/2014/main" id="{759C6636-DAA7-1A3C-378C-9726420886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8947002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2864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89828A-6554-29CC-7420-C7C65D206921}"/>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408C6996-3061-7C89-30EC-A49E088C80BE}"/>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53C11F7-BB9F-F1B2-D2C8-3D28F82F1794}"/>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61BEF0D-F0BB-DE4B-95CE-6DB70DBA9567}" type="datetimeFigureOut">
              <a:rPr lang="en-US" smtClean="0"/>
              <a:pPr/>
              <a:t>7/6/2026</a:t>
            </a:fld>
            <a:endParaRPr lang="en-US" dirty="0"/>
          </a:p>
        </p:txBody>
      </p:sp>
      <p:sp>
        <p:nvSpPr>
          <p:cNvPr id="5" name="Нижний колонтитул 4">
            <a:extLst>
              <a:ext uri="{FF2B5EF4-FFF2-40B4-BE49-F238E27FC236}">
                <a16:creationId xmlns:a16="http://schemas.microsoft.com/office/drawing/2014/main" id="{F6FAD95A-9D0E-5775-D152-948C7308C047}"/>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Номер слайда 5">
            <a:extLst>
              <a:ext uri="{FF2B5EF4-FFF2-40B4-BE49-F238E27FC236}">
                <a16:creationId xmlns:a16="http://schemas.microsoft.com/office/drawing/2014/main" id="{08A825D5-7E3D-4437-16FF-893E7D8F1894}"/>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54226105"/>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 id="2147483884"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ru-RU"/>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microsoft.com/office/2007/relationships/hdphoto" Target="../media/hdphoto3.wdp"/></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4.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emf"/><Relationship Id="rId10" Type="http://schemas.openxmlformats.org/officeDocument/2006/relationships/image" Target="../media/image13.png"/><Relationship Id="rId4" Type="http://schemas.openxmlformats.org/officeDocument/2006/relationships/oleObject" Target="../embeddings/oleObject1.bin"/><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189FAECB-BE4A-6A2F-F4F0-6BB6593A0298}"/>
              </a:ext>
            </a:extLst>
          </p:cNvPr>
          <p:cNvPicPr>
            <a:picLocks noChangeAspect="1"/>
          </p:cNvPicPr>
          <p:nvPr/>
        </p:nvPicPr>
        <p:blipFill>
          <a:blip r:embed="rId3"/>
          <a:stretch>
            <a:fillRect/>
          </a:stretch>
        </p:blipFill>
        <p:spPr>
          <a:xfrm>
            <a:off x="0" y="1"/>
            <a:ext cx="9144000" cy="5156402"/>
          </a:xfrm>
          <a:prstGeom prst="rect">
            <a:avLst/>
          </a:prstGeom>
        </p:spPr>
      </p:pic>
      <p:sp>
        <p:nvSpPr>
          <p:cNvPr id="6" name="Text 2"/>
          <p:cNvSpPr/>
          <p:nvPr/>
        </p:nvSpPr>
        <p:spPr>
          <a:xfrm>
            <a:off x="1480196" y="661332"/>
            <a:ext cx="5715000" cy="827278"/>
          </a:xfrm>
          <a:prstGeom prst="rect">
            <a:avLst/>
          </a:prstGeom>
          <a:noFill/>
          <a:ln/>
        </p:spPr>
        <p:txBody>
          <a:bodyPr wrap="square" lIns="0" tIns="0" rIns="0" bIns="0" rtlCol="0" anchor="t">
            <a:spAutoFit/>
          </a:bodyPr>
          <a:lstStyle/>
          <a:p>
            <a:pPr algn="ctr">
              <a:lnSpc>
                <a:spcPct val="96000"/>
              </a:lnSpc>
            </a:pPr>
            <a:r>
              <a:rPr lang="ru-RU" sz="2800" b="1" dirty="0">
                <a:solidFill>
                  <a:srgbClr val="0F172A"/>
                </a:solidFill>
                <a:latin typeface="Bahnschrift SemiBold" panose="020B0502040204020203" pitchFamily="34" charset="0"/>
                <a:ea typeface="Montserrat Bold" pitchFamily="34" charset="-122"/>
                <a:cs typeface="Montserrat Bold" pitchFamily="34" charset="-120"/>
              </a:rPr>
              <a:t>Курсовой проект «</a:t>
            </a:r>
            <a:r>
              <a:rPr lang="ru-RU" sz="2800" b="1" dirty="0">
                <a:latin typeface="Bahnschrift SemiBold" panose="020B0502040204020203" pitchFamily="34" charset="0"/>
              </a:rPr>
              <a:t>Электронная энциклопедия самолётов</a:t>
            </a:r>
            <a:r>
              <a:rPr lang="ru-RU" sz="2800" b="1" dirty="0">
                <a:solidFill>
                  <a:srgbClr val="0F172A"/>
                </a:solidFill>
                <a:latin typeface="Bahnschrift SemiBold" panose="020B0502040204020203" pitchFamily="34" charset="0"/>
                <a:ea typeface="Montserrat Bold" pitchFamily="34" charset="-122"/>
                <a:cs typeface="Montserrat Bold" pitchFamily="34" charset="-120"/>
              </a:rPr>
              <a:t>»</a:t>
            </a:r>
            <a:endParaRPr lang="en-US" sz="2800" dirty="0">
              <a:latin typeface="Bahnschrift SemiBold" panose="020B0502040204020203" pitchFamily="34" charset="0"/>
            </a:endParaRPr>
          </a:p>
        </p:txBody>
      </p:sp>
      <p:sp>
        <p:nvSpPr>
          <p:cNvPr id="7" name="Шестиугольник 6" descr="Сплошной темный шестиугольник в центре изображения">
            <a:extLst>
              <a:ext uri="{FF2B5EF4-FFF2-40B4-BE49-F238E27FC236}">
                <a16:creationId xmlns:a16="http://schemas.microsoft.com/office/drawing/2014/main" id="{0E259069-0792-4444-A5AD-142BE8787193}"/>
              </a:ext>
            </a:extLst>
          </p:cNvPr>
          <p:cNvSpPr/>
          <p:nvPr/>
        </p:nvSpPr>
        <p:spPr>
          <a:xfrm rot="16200000">
            <a:off x="6570845" y="2782307"/>
            <a:ext cx="2412998" cy="2080172"/>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8" name="TextBox 7">
            <a:extLst>
              <a:ext uri="{FF2B5EF4-FFF2-40B4-BE49-F238E27FC236}">
                <a16:creationId xmlns:a16="http://schemas.microsoft.com/office/drawing/2014/main" id="{26216FA0-E3FE-0CB3-C131-0C376731C72D}"/>
              </a:ext>
            </a:extLst>
          </p:cNvPr>
          <p:cNvSpPr txBox="1"/>
          <p:nvPr/>
        </p:nvSpPr>
        <p:spPr>
          <a:xfrm>
            <a:off x="6737258" y="3468450"/>
            <a:ext cx="2080172" cy="707886"/>
          </a:xfrm>
          <a:prstGeom prst="rect">
            <a:avLst/>
          </a:prstGeom>
          <a:noFill/>
        </p:spPr>
        <p:txBody>
          <a:bodyPr wrap="square">
            <a:spAutoFit/>
          </a:bodyPr>
          <a:lstStyle/>
          <a:p>
            <a:pPr rtl="0"/>
            <a:r>
              <a:rPr lang="ru-RU" sz="4000" b="1" dirty="0">
                <a:solidFill>
                  <a:schemeClr val="bg1"/>
                </a:solidFill>
                <a:latin typeface="Arial Black" panose="020B0A04020102020204" pitchFamily="34" charset="0"/>
              </a:rPr>
              <a:t>ОКВГУ</a:t>
            </a:r>
          </a:p>
        </p:txBody>
      </p:sp>
      <p:sp>
        <p:nvSpPr>
          <p:cNvPr id="9" name="Подзаголовок 2">
            <a:extLst>
              <a:ext uri="{FF2B5EF4-FFF2-40B4-BE49-F238E27FC236}">
                <a16:creationId xmlns:a16="http://schemas.microsoft.com/office/drawing/2014/main" id="{8A47B78D-2FB8-FEC9-87FD-43EA2E983CA7}"/>
              </a:ext>
            </a:extLst>
          </p:cNvPr>
          <p:cNvSpPr txBox="1">
            <a:spLocks/>
          </p:cNvSpPr>
          <p:nvPr/>
        </p:nvSpPr>
        <p:spPr>
          <a:xfrm>
            <a:off x="-3547" y="3555639"/>
            <a:ext cx="4711336" cy="1655762"/>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ru-RU" sz="1800" dirty="0">
                <a:latin typeface="Bahnschrift SemiBold Condensed" panose="020B0502040204020203" pitchFamily="34" charset="0"/>
              </a:rPr>
              <a:t>Подготовил</a:t>
            </a:r>
            <a:r>
              <a:rPr lang="en-US" sz="1800" dirty="0">
                <a:latin typeface="Bahnschrift SemiBold Condensed" panose="020B0502040204020203" pitchFamily="34" charset="0"/>
              </a:rPr>
              <a:t>:</a:t>
            </a:r>
          </a:p>
          <a:p>
            <a:pPr marL="0" indent="0" algn="ctr">
              <a:buNone/>
            </a:pPr>
            <a:r>
              <a:rPr lang="ru-RU" sz="1800" dirty="0">
                <a:latin typeface="Bahnschrift SemiBold Condensed" panose="020B0502040204020203" pitchFamily="34" charset="0"/>
              </a:rPr>
              <a:t> учащийся Оршанского колледжа ВГУ имени П.М Машерова </a:t>
            </a:r>
            <a:endParaRPr lang="en-US" sz="1800" dirty="0">
              <a:latin typeface="Bahnschrift SemiBold Condensed" panose="020B0502040204020203" pitchFamily="34" charset="0"/>
            </a:endParaRPr>
          </a:p>
          <a:p>
            <a:pPr marL="0" indent="0" algn="ctr">
              <a:buNone/>
            </a:pPr>
            <a:r>
              <a:rPr lang="ru-RU" sz="1800" dirty="0" err="1">
                <a:latin typeface="Bahnschrift SemiBold Condensed" panose="020B0502040204020203" pitchFamily="34" charset="0"/>
              </a:rPr>
              <a:t>Хлебко</a:t>
            </a:r>
            <a:r>
              <a:rPr lang="ru-RU" sz="1800" dirty="0">
                <a:latin typeface="Bahnschrift SemiBold Condensed" panose="020B0502040204020203" pitchFamily="34" charset="0"/>
              </a:rPr>
              <a:t> Павел Дмитриевич, группа 2ПОИС24</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5FAB11A-79DA-5BE9-BB40-F091189B9BE1}"/>
              </a:ext>
            </a:extLst>
          </p:cNvPr>
          <p:cNvPicPr>
            <a:picLocks noChangeAspect="1"/>
          </p:cNvPicPr>
          <p:nvPr/>
        </p:nvPicPr>
        <p:blipFill>
          <a:blip r:embed="rId3"/>
          <a:stretch>
            <a:fillRect/>
          </a:stretch>
        </p:blipFill>
        <p:spPr>
          <a:xfrm>
            <a:off x="0" y="1"/>
            <a:ext cx="9144000" cy="5156402"/>
          </a:xfrm>
          <a:prstGeom prst="rect">
            <a:avLst/>
          </a:prstGeom>
        </p:spPr>
      </p:pic>
      <p:sp>
        <p:nvSpPr>
          <p:cNvPr id="7" name="Шестиугольник 6" descr="Сплошной темный шестиугольник в центре изображения">
            <a:extLst>
              <a:ext uri="{FF2B5EF4-FFF2-40B4-BE49-F238E27FC236}">
                <a16:creationId xmlns:a16="http://schemas.microsoft.com/office/drawing/2014/main" id="{0E259069-0792-4444-A5AD-142BE8787193}"/>
              </a:ext>
            </a:extLst>
          </p:cNvPr>
          <p:cNvSpPr/>
          <p:nvPr/>
        </p:nvSpPr>
        <p:spPr>
          <a:xfrm rot="16200000">
            <a:off x="84701" y="369309"/>
            <a:ext cx="2412998" cy="2080172"/>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8" name="TextBox 7">
            <a:extLst>
              <a:ext uri="{FF2B5EF4-FFF2-40B4-BE49-F238E27FC236}">
                <a16:creationId xmlns:a16="http://schemas.microsoft.com/office/drawing/2014/main" id="{26216FA0-E3FE-0CB3-C131-0C376731C72D}"/>
              </a:ext>
            </a:extLst>
          </p:cNvPr>
          <p:cNvSpPr txBox="1"/>
          <p:nvPr/>
        </p:nvSpPr>
        <p:spPr>
          <a:xfrm>
            <a:off x="251114" y="1055452"/>
            <a:ext cx="2080172" cy="707886"/>
          </a:xfrm>
          <a:prstGeom prst="rect">
            <a:avLst/>
          </a:prstGeom>
          <a:noFill/>
        </p:spPr>
        <p:txBody>
          <a:bodyPr wrap="square">
            <a:spAutoFit/>
          </a:bodyPr>
          <a:lstStyle/>
          <a:p>
            <a:pPr rtl="0"/>
            <a:r>
              <a:rPr lang="ru-RU" sz="4000" b="1" dirty="0">
                <a:solidFill>
                  <a:schemeClr val="bg1"/>
                </a:solidFill>
                <a:latin typeface="Arial Black" panose="020B0A04020102020204" pitchFamily="34" charset="0"/>
              </a:rPr>
              <a:t>ОКВГУ</a:t>
            </a:r>
          </a:p>
        </p:txBody>
      </p:sp>
      <p:sp>
        <p:nvSpPr>
          <p:cNvPr id="2" name="Прямоугольник 1"/>
          <p:cNvSpPr/>
          <p:nvPr/>
        </p:nvSpPr>
        <p:spPr>
          <a:xfrm>
            <a:off x="2831158" y="2031119"/>
            <a:ext cx="4498347" cy="584775"/>
          </a:xfrm>
          <a:prstGeom prst="rect">
            <a:avLst/>
          </a:prstGeom>
        </p:spPr>
        <p:txBody>
          <a:bodyPr wrap="none">
            <a:spAutoFit/>
          </a:bodyPr>
          <a:lstStyle/>
          <a:p>
            <a:r>
              <a:rPr lang="ru-RU" sz="3200" b="1" dirty="0">
                <a:latin typeface="Montserrat" pitchFamily="2" charset="-52"/>
              </a:rPr>
              <a:t>Постановка задачи</a:t>
            </a:r>
          </a:p>
        </p:txBody>
      </p:sp>
    </p:spTree>
    <p:extLst>
      <p:ext uri="{BB962C8B-B14F-4D97-AF65-F5344CB8AC3E}">
        <p14:creationId xmlns:p14="http://schemas.microsoft.com/office/powerpoint/2010/main" val="129470343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23E3FABF-57E6-D965-24CF-DB2CAF0EEC6A}"/>
              </a:ext>
            </a:extLst>
          </p:cNvPr>
          <p:cNvPicPr>
            <a:picLocks noChangeAspect="1"/>
          </p:cNvPicPr>
          <p:nvPr/>
        </p:nvPicPr>
        <p:blipFill>
          <a:blip r:embed="rId3"/>
          <a:stretch>
            <a:fillRect/>
          </a:stretch>
        </p:blipFill>
        <p:spPr>
          <a:xfrm>
            <a:off x="0" y="1"/>
            <a:ext cx="9144000" cy="5156402"/>
          </a:xfrm>
          <a:prstGeom prst="rect">
            <a:avLst/>
          </a:prstGeom>
        </p:spPr>
      </p:pic>
      <p:sp>
        <p:nvSpPr>
          <p:cNvPr id="7" name="Шестиугольник 6" descr="Сплошной темный шестиугольник в центре изображения">
            <a:extLst>
              <a:ext uri="{FF2B5EF4-FFF2-40B4-BE49-F238E27FC236}">
                <a16:creationId xmlns:a16="http://schemas.microsoft.com/office/drawing/2014/main" id="{0E259069-0792-4444-A5AD-142BE8787193}"/>
              </a:ext>
            </a:extLst>
          </p:cNvPr>
          <p:cNvSpPr/>
          <p:nvPr/>
        </p:nvSpPr>
        <p:spPr>
          <a:xfrm rot="16200000">
            <a:off x="6897416" y="2909818"/>
            <a:ext cx="2412998" cy="2080172"/>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8" name="TextBox 7">
            <a:extLst>
              <a:ext uri="{FF2B5EF4-FFF2-40B4-BE49-F238E27FC236}">
                <a16:creationId xmlns:a16="http://schemas.microsoft.com/office/drawing/2014/main" id="{26216FA0-E3FE-0CB3-C131-0C376731C72D}"/>
              </a:ext>
            </a:extLst>
          </p:cNvPr>
          <p:cNvSpPr txBox="1"/>
          <p:nvPr/>
        </p:nvSpPr>
        <p:spPr>
          <a:xfrm>
            <a:off x="7063829" y="3583058"/>
            <a:ext cx="2080172" cy="707886"/>
          </a:xfrm>
          <a:prstGeom prst="rect">
            <a:avLst/>
          </a:prstGeom>
          <a:noFill/>
        </p:spPr>
        <p:txBody>
          <a:bodyPr wrap="square">
            <a:spAutoFit/>
          </a:bodyPr>
          <a:lstStyle/>
          <a:p>
            <a:pPr rtl="0"/>
            <a:r>
              <a:rPr lang="ru-RU" sz="4000" b="1" dirty="0">
                <a:solidFill>
                  <a:schemeClr val="bg1"/>
                </a:solidFill>
                <a:latin typeface="Arial Black" panose="020B0A04020102020204" pitchFamily="34" charset="0"/>
              </a:rPr>
              <a:t>ОКВГУ</a:t>
            </a:r>
          </a:p>
        </p:txBody>
      </p:sp>
      <p:sp>
        <p:nvSpPr>
          <p:cNvPr id="5" name="TextBox 4">
            <a:extLst>
              <a:ext uri="{FF2B5EF4-FFF2-40B4-BE49-F238E27FC236}">
                <a16:creationId xmlns:a16="http://schemas.microsoft.com/office/drawing/2014/main" id="{96BE92EB-BB7A-69FA-3276-B95BE063F8B5}"/>
              </a:ext>
            </a:extLst>
          </p:cNvPr>
          <p:cNvSpPr txBox="1"/>
          <p:nvPr/>
        </p:nvSpPr>
        <p:spPr>
          <a:xfrm>
            <a:off x="93365" y="236476"/>
            <a:ext cx="6096000" cy="461665"/>
          </a:xfrm>
          <a:prstGeom prst="rect">
            <a:avLst/>
          </a:prstGeom>
          <a:noFill/>
        </p:spPr>
        <p:txBody>
          <a:bodyPr wrap="square">
            <a:spAutoFit/>
          </a:bodyPr>
          <a:lstStyle/>
          <a:p>
            <a:r>
              <a:rPr lang="ru-RU" sz="2400" b="1" dirty="0">
                <a:solidFill>
                  <a:schemeClr val="bg1"/>
                </a:solidFill>
                <a:latin typeface="Montserrat" pitchFamily="2" charset="-52"/>
              </a:rPr>
              <a:t>Цель</a:t>
            </a:r>
          </a:p>
        </p:txBody>
      </p:sp>
      <p:sp>
        <p:nvSpPr>
          <p:cNvPr id="6" name="TextBox 5">
            <a:extLst>
              <a:ext uri="{FF2B5EF4-FFF2-40B4-BE49-F238E27FC236}">
                <a16:creationId xmlns:a16="http://schemas.microsoft.com/office/drawing/2014/main" id="{C69D731B-DB0B-7F16-4356-C1723E8D66C6}"/>
              </a:ext>
            </a:extLst>
          </p:cNvPr>
          <p:cNvSpPr txBox="1"/>
          <p:nvPr/>
        </p:nvSpPr>
        <p:spPr>
          <a:xfrm>
            <a:off x="93365" y="627656"/>
            <a:ext cx="6208294" cy="461665"/>
          </a:xfrm>
          <a:prstGeom prst="rect">
            <a:avLst/>
          </a:prstGeom>
          <a:noFill/>
        </p:spPr>
        <p:txBody>
          <a:bodyPr wrap="square">
            <a:spAutoFit/>
          </a:bodyPr>
          <a:lstStyle/>
          <a:p>
            <a:pPr rtl="0"/>
            <a:r>
              <a:rPr lang="ru-RU" sz="2400" b="1" dirty="0">
                <a:gradFill>
                  <a:gsLst>
                    <a:gs pos="0">
                      <a:schemeClr val="bg1"/>
                    </a:gs>
                    <a:gs pos="74000">
                      <a:schemeClr val="tx1"/>
                    </a:gs>
                  </a:gsLst>
                  <a:lin ang="0" scaled="0"/>
                </a:gradFill>
                <a:latin typeface="Montserrat" pitchFamily="2" charset="-52"/>
              </a:rPr>
              <a:t>Курсового проектирования</a:t>
            </a:r>
          </a:p>
        </p:txBody>
      </p:sp>
      <p:sp>
        <p:nvSpPr>
          <p:cNvPr id="3" name="Прямоугольник 2"/>
          <p:cNvSpPr/>
          <p:nvPr/>
        </p:nvSpPr>
        <p:spPr>
          <a:xfrm>
            <a:off x="93364" y="1278180"/>
            <a:ext cx="6970464" cy="3170099"/>
          </a:xfrm>
          <a:prstGeom prst="rect">
            <a:avLst/>
          </a:prstGeom>
        </p:spPr>
        <p:txBody>
          <a:bodyPr wrap="square">
            <a:spAutoFit/>
          </a:bodyPr>
          <a:lstStyle/>
          <a:p>
            <a:pPr indent="541338" algn="just"/>
            <a:r>
              <a:rPr lang="ru-RU" sz="2000" dirty="0">
                <a:latin typeface="Times New Roman" panose="02020603050405020304" pitchFamily="18" charset="0"/>
                <a:cs typeface="Times New Roman" panose="02020603050405020304" pitchFamily="18" charset="0"/>
              </a:rPr>
              <a:t>Цель курсового проектирования заключается в закреплении, углублении и систематизации теоретических знаний и практических навыков, полученных в ходе изучения учебного предмета «Основы алгоритмизации и программирования», формировании навыков самостоятельного решения поставленных задач, а также в разработке программного средства «Электронная энциклопедия самолётов», предназначенного для хранения, систематизации и просмотра информации о различных моделях самолётов.</a:t>
            </a:r>
          </a:p>
        </p:txBody>
      </p:sp>
    </p:spTree>
    <p:extLst>
      <p:ext uri="{BB962C8B-B14F-4D97-AF65-F5344CB8AC3E}">
        <p14:creationId xmlns:p14="http://schemas.microsoft.com/office/powerpoint/2010/main" val="427329518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B13B3BC5-A145-7E08-8498-8E350CDB9520}"/>
              </a:ext>
            </a:extLst>
          </p:cNvPr>
          <p:cNvPicPr>
            <a:picLocks noChangeAspect="1"/>
          </p:cNvPicPr>
          <p:nvPr/>
        </p:nvPicPr>
        <p:blipFill>
          <a:blip r:embed="rId3"/>
          <a:stretch>
            <a:fillRect/>
          </a:stretch>
        </p:blipFill>
        <p:spPr>
          <a:xfrm>
            <a:off x="0" y="1"/>
            <a:ext cx="9144000" cy="5156402"/>
          </a:xfrm>
          <a:prstGeom prst="rect">
            <a:avLst/>
          </a:prstGeom>
        </p:spPr>
      </p:pic>
      <p:sp>
        <p:nvSpPr>
          <p:cNvPr id="7" name="Шестиугольник 6" descr="Сплошной темный шестиугольник в центре изображения">
            <a:extLst>
              <a:ext uri="{FF2B5EF4-FFF2-40B4-BE49-F238E27FC236}">
                <a16:creationId xmlns:a16="http://schemas.microsoft.com/office/drawing/2014/main" id="{0E259069-0792-4444-A5AD-142BE8787193}"/>
              </a:ext>
            </a:extLst>
          </p:cNvPr>
          <p:cNvSpPr/>
          <p:nvPr/>
        </p:nvSpPr>
        <p:spPr>
          <a:xfrm rot="16200000">
            <a:off x="7303770" y="3250484"/>
            <a:ext cx="2034540" cy="1706880"/>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8" name="TextBox 7">
            <a:extLst>
              <a:ext uri="{FF2B5EF4-FFF2-40B4-BE49-F238E27FC236}">
                <a16:creationId xmlns:a16="http://schemas.microsoft.com/office/drawing/2014/main" id="{26216FA0-E3FE-0CB3-C131-0C376731C72D}"/>
              </a:ext>
            </a:extLst>
          </p:cNvPr>
          <p:cNvSpPr txBox="1"/>
          <p:nvPr/>
        </p:nvSpPr>
        <p:spPr>
          <a:xfrm>
            <a:off x="7467600" y="3833842"/>
            <a:ext cx="1706880" cy="584775"/>
          </a:xfrm>
          <a:prstGeom prst="rect">
            <a:avLst/>
          </a:prstGeom>
          <a:noFill/>
        </p:spPr>
        <p:txBody>
          <a:bodyPr wrap="square">
            <a:spAutoFit/>
          </a:bodyPr>
          <a:lstStyle/>
          <a:p>
            <a:pPr rtl="0"/>
            <a:r>
              <a:rPr lang="ru-RU" sz="3200" b="1" dirty="0">
                <a:solidFill>
                  <a:schemeClr val="bg1"/>
                </a:solidFill>
                <a:latin typeface="Arial Black" panose="020B0A04020102020204" pitchFamily="34" charset="0"/>
              </a:rPr>
              <a:t>ОКВГУ</a:t>
            </a:r>
          </a:p>
        </p:txBody>
      </p:sp>
      <p:sp>
        <p:nvSpPr>
          <p:cNvPr id="5" name="TextBox 4">
            <a:extLst>
              <a:ext uri="{FF2B5EF4-FFF2-40B4-BE49-F238E27FC236}">
                <a16:creationId xmlns:a16="http://schemas.microsoft.com/office/drawing/2014/main" id="{96BE92EB-BB7A-69FA-3276-B95BE063F8B5}"/>
              </a:ext>
            </a:extLst>
          </p:cNvPr>
          <p:cNvSpPr txBox="1"/>
          <p:nvPr/>
        </p:nvSpPr>
        <p:spPr>
          <a:xfrm>
            <a:off x="93365" y="236476"/>
            <a:ext cx="6096000" cy="461665"/>
          </a:xfrm>
          <a:prstGeom prst="rect">
            <a:avLst/>
          </a:prstGeom>
          <a:noFill/>
        </p:spPr>
        <p:txBody>
          <a:bodyPr wrap="square">
            <a:spAutoFit/>
          </a:bodyPr>
          <a:lstStyle/>
          <a:p>
            <a:r>
              <a:rPr lang="ru-RU" sz="2400" b="1" dirty="0">
                <a:solidFill>
                  <a:schemeClr val="bg1"/>
                </a:solidFill>
                <a:latin typeface="Montserrat" pitchFamily="2" charset="-52"/>
              </a:rPr>
              <a:t>Задачи</a:t>
            </a:r>
          </a:p>
        </p:txBody>
      </p:sp>
      <p:sp>
        <p:nvSpPr>
          <p:cNvPr id="6" name="TextBox 5">
            <a:extLst>
              <a:ext uri="{FF2B5EF4-FFF2-40B4-BE49-F238E27FC236}">
                <a16:creationId xmlns:a16="http://schemas.microsoft.com/office/drawing/2014/main" id="{C69D731B-DB0B-7F16-4356-C1723E8D66C6}"/>
              </a:ext>
            </a:extLst>
          </p:cNvPr>
          <p:cNvSpPr txBox="1"/>
          <p:nvPr/>
        </p:nvSpPr>
        <p:spPr>
          <a:xfrm>
            <a:off x="93365" y="627656"/>
            <a:ext cx="6208294" cy="461665"/>
          </a:xfrm>
          <a:prstGeom prst="rect">
            <a:avLst/>
          </a:prstGeom>
          <a:noFill/>
        </p:spPr>
        <p:txBody>
          <a:bodyPr wrap="square">
            <a:spAutoFit/>
          </a:bodyPr>
          <a:lstStyle/>
          <a:p>
            <a:pPr rtl="0"/>
            <a:r>
              <a:rPr lang="ru-RU" sz="2400" b="1" dirty="0">
                <a:gradFill>
                  <a:gsLst>
                    <a:gs pos="0">
                      <a:schemeClr val="bg1"/>
                    </a:gs>
                    <a:gs pos="74000">
                      <a:schemeClr val="tx1"/>
                    </a:gs>
                  </a:gsLst>
                  <a:lin ang="0" scaled="0"/>
                </a:gradFill>
                <a:latin typeface="Montserrat" pitchFamily="2" charset="-52"/>
              </a:rPr>
              <a:t>Курсового проектирования</a:t>
            </a:r>
          </a:p>
        </p:txBody>
      </p:sp>
      <p:sp>
        <p:nvSpPr>
          <p:cNvPr id="2" name="Прямоугольник 1"/>
          <p:cNvSpPr/>
          <p:nvPr/>
        </p:nvSpPr>
        <p:spPr>
          <a:xfrm>
            <a:off x="154745" y="1033975"/>
            <a:ext cx="7160455" cy="3939540"/>
          </a:xfrm>
          <a:prstGeom prst="rect">
            <a:avLst/>
          </a:prstGeom>
        </p:spPr>
        <p:txBody>
          <a:bodyPr wrap="square">
            <a:spAutoFit/>
          </a:bodyPr>
          <a:lstStyle/>
          <a:p>
            <a:pPr indent="540000" algn="just"/>
            <a:r>
              <a:rPr lang="ru-RU" sz="1600" dirty="0">
                <a:latin typeface="Times New Roman" panose="02020603050405020304" pitchFamily="18" charset="0"/>
                <a:cs typeface="Times New Roman" panose="02020603050405020304" pitchFamily="18" charset="0"/>
              </a:rPr>
              <a:t>Для достижения поставленной цели были определены следующие задачи:</a:t>
            </a:r>
          </a:p>
          <a:p>
            <a:pPr indent="541338" algn="just">
              <a:buFont typeface="Times New Roman" panose="02020603050405020304" pitchFamily="18" charset="0"/>
              <a:buChar char="‒"/>
              <a:tabLst>
                <a:tab pos="182563" algn="l"/>
                <a:tab pos="266700" algn="l"/>
                <a:tab pos="358775" algn="l"/>
              </a:tabLst>
            </a:pPr>
            <a:r>
              <a:rPr lang="ru-RU" sz="1600" dirty="0">
                <a:latin typeface="Times New Roman" panose="02020603050405020304" pitchFamily="18" charset="0"/>
                <a:cs typeface="Times New Roman" panose="02020603050405020304" pitchFamily="18" charset="0"/>
              </a:rPr>
              <a:t>рассмотреть аналогичные по теме проекта программы;</a:t>
            </a:r>
          </a:p>
          <a:p>
            <a:pPr indent="541338">
              <a:buFont typeface="Times New Roman" panose="02020603050405020304" pitchFamily="18" charset="0"/>
              <a:buChar char="‒"/>
              <a:tabLst>
                <a:tab pos="182563" algn="l"/>
                <a:tab pos="266700" algn="l"/>
                <a:tab pos="358775" algn="l"/>
              </a:tabLst>
            </a:pPr>
            <a:r>
              <a:rPr lang="ru-RU" sz="1600" dirty="0">
                <a:latin typeface="Times New Roman" panose="02020603050405020304" pitchFamily="18" charset="0"/>
                <a:cs typeface="Times New Roman" panose="02020603050405020304" pitchFamily="18" charset="0"/>
              </a:rPr>
              <a:t>изучить и проанализировать предметную область проекта;</a:t>
            </a:r>
          </a:p>
          <a:p>
            <a:pPr indent="541338" algn="just">
              <a:buFont typeface="Times New Roman" panose="02020603050405020304" pitchFamily="18" charset="0"/>
              <a:buChar char="‒"/>
              <a:tabLst>
                <a:tab pos="182563" algn="l"/>
                <a:tab pos="266700" algn="l"/>
                <a:tab pos="358775" algn="l"/>
              </a:tabLst>
            </a:pPr>
            <a:r>
              <a:rPr lang="ru-RU" sz="1600" dirty="0">
                <a:latin typeface="Times New Roman" panose="02020603050405020304" pitchFamily="18" charset="0"/>
                <a:cs typeface="Times New Roman" panose="02020603050405020304" pitchFamily="18" charset="0"/>
              </a:rPr>
              <a:t>определить технологии разработки ПО;</a:t>
            </a:r>
          </a:p>
          <a:p>
            <a:pPr indent="541338">
              <a:buFont typeface="Times New Roman" panose="02020603050405020304" pitchFamily="18" charset="0"/>
              <a:buChar char="‒"/>
              <a:tabLst>
                <a:tab pos="182563" algn="l"/>
                <a:tab pos="266700" algn="l"/>
                <a:tab pos="358775" algn="l"/>
              </a:tabLst>
            </a:pPr>
            <a:r>
              <a:rPr lang="ru-RU" sz="1600" dirty="0">
                <a:latin typeface="Times New Roman" panose="02020603050405020304" pitchFamily="18" charset="0"/>
                <a:cs typeface="Times New Roman" panose="02020603050405020304" pitchFamily="18" charset="0"/>
              </a:rPr>
              <a:t>разработать структуру и интерфейс программного средства;</a:t>
            </a:r>
          </a:p>
          <a:p>
            <a:pPr indent="541338">
              <a:buFont typeface="Times New Roman" panose="02020603050405020304" pitchFamily="18" charset="0"/>
              <a:buChar char="‒"/>
              <a:tabLst>
                <a:tab pos="182563" algn="l"/>
                <a:tab pos="266700" algn="l"/>
                <a:tab pos="358775" algn="l"/>
              </a:tabLst>
            </a:pPr>
            <a:r>
              <a:rPr lang="ru-RU" sz="1600" dirty="0">
                <a:latin typeface="Times New Roman" panose="02020603050405020304" pitchFamily="18" charset="0"/>
                <a:cs typeface="Times New Roman" panose="02020603050405020304" pitchFamily="18" charset="0"/>
              </a:rPr>
              <a:t>определить используемые технологии разработки программного обеспечения;</a:t>
            </a:r>
          </a:p>
          <a:p>
            <a:pPr indent="541338">
              <a:buFont typeface="Times New Roman" panose="02020603050405020304" pitchFamily="18" charset="0"/>
              <a:buChar char="‒"/>
              <a:tabLst>
                <a:tab pos="182563" algn="l"/>
                <a:tab pos="266700" algn="l"/>
                <a:tab pos="358775" algn="l"/>
              </a:tabLst>
            </a:pPr>
            <a:r>
              <a:rPr lang="ru-RU" sz="1600" dirty="0">
                <a:latin typeface="Times New Roman" panose="02020603050405020304" pitchFamily="18" charset="0"/>
                <a:cs typeface="Times New Roman" panose="02020603050405020304" pitchFamily="18" charset="0"/>
              </a:rPr>
              <a:t>разработать программное средство;</a:t>
            </a:r>
          </a:p>
          <a:p>
            <a:pPr indent="541338" algn="just">
              <a:buFont typeface="Times New Roman" panose="02020603050405020304" pitchFamily="18" charset="0"/>
              <a:buChar char="‒"/>
              <a:tabLst>
                <a:tab pos="182563" algn="l"/>
                <a:tab pos="266700" algn="l"/>
                <a:tab pos="358775" algn="l"/>
              </a:tabLst>
            </a:pPr>
            <a:r>
              <a:rPr lang="ru-RU" sz="1600" dirty="0">
                <a:latin typeface="Times New Roman" panose="02020603050405020304" pitchFamily="18" charset="0"/>
                <a:cs typeface="Times New Roman" panose="02020603050405020304" pitchFamily="18" charset="0"/>
              </a:rPr>
              <a:t>провести тестирование программного средства.</a:t>
            </a:r>
          </a:p>
          <a:p>
            <a:pPr indent="540000" algn="just"/>
            <a:r>
              <a:rPr lang="ru-RU" dirty="0">
                <a:latin typeface="Times New Roman" panose="02020603050405020304" pitchFamily="18" charset="0"/>
                <a:cs typeface="Times New Roman" panose="02020603050405020304" pitchFamily="18" charset="0"/>
              </a:rPr>
              <a:t>Объектом исследования являются информационные системы, предназначенные для хранения и представления справочной информации. Предметом исследования является разработка программного средства для хранения и отображения информации о моделях самолётов.</a:t>
            </a:r>
            <a:endParaRPr lang="ru-RU" sz="16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4878205"/>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1C58618D-BE8B-B8EE-11A5-902ED722FB96}"/>
              </a:ext>
            </a:extLst>
          </p:cNvPr>
          <p:cNvPicPr>
            <a:picLocks noChangeAspect="1"/>
          </p:cNvPicPr>
          <p:nvPr/>
        </p:nvPicPr>
        <p:blipFill>
          <a:blip r:embed="rId3"/>
          <a:stretch>
            <a:fillRect/>
          </a:stretch>
        </p:blipFill>
        <p:spPr>
          <a:xfrm>
            <a:off x="0" y="1"/>
            <a:ext cx="9144000" cy="5156402"/>
          </a:xfrm>
          <a:prstGeom prst="rect">
            <a:avLst/>
          </a:prstGeom>
        </p:spPr>
      </p:pic>
      <p:sp>
        <p:nvSpPr>
          <p:cNvPr id="7" name="Шестиугольник 6" descr="Сплошной темный шестиугольник в центре изображения">
            <a:extLst>
              <a:ext uri="{FF2B5EF4-FFF2-40B4-BE49-F238E27FC236}">
                <a16:creationId xmlns:a16="http://schemas.microsoft.com/office/drawing/2014/main" id="{0E259069-0792-4444-A5AD-142BE8787193}"/>
              </a:ext>
            </a:extLst>
          </p:cNvPr>
          <p:cNvSpPr/>
          <p:nvPr/>
        </p:nvSpPr>
        <p:spPr>
          <a:xfrm rot="16200000">
            <a:off x="7273290" y="3272790"/>
            <a:ext cx="2034540" cy="1706880"/>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8" name="TextBox 7">
            <a:extLst>
              <a:ext uri="{FF2B5EF4-FFF2-40B4-BE49-F238E27FC236}">
                <a16:creationId xmlns:a16="http://schemas.microsoft.com/office/drawing/2014/main" id="{26216FA0-E3FE-0CB3-C131-0C376731C72D}"/>
              </a:ext>
            </a:extLst>
          </p:cNvPr>
          <p:cNvSpPr txBox="1"/>
          <p:nvPr/>
        </p:nvSpPr>
        <p:spPr>
          <a:xfrm>
            <a:off x="7437120" y="3833842"/>
            <a:ext cx="2080172" cy="584775"/>
          </a:xfrm>
          <a:prstGeom prst="rect">
            <a:avLst/>
          </a:prstGeom>
          <a:noFill/>
        </p:spPr>
        <p:txBody>
          <a:bodyPr wrap="square">
            <a:spAutoFit/>
          </a:bodyPr>
          <a:lstStyle/>
          <a:p>
            <a:pPr rtl="0"/>
            <a:r>
              <a:rPr lang="ru-RU" sz="3200" b="1" dirty="0">
                <a:solidFill>
                  <a:schemeClr val="bg1"/>
                </a:solidFill>
                <a:latin typeface="Arial Black" panose="020B0A04020102020204" pitchFamily="34" charset="0"/>
              </a:rPr>
              <a:t>ОКВГУ</a:t>
            </a:r>
          </a:p>
        </p:txBody>
      </p:sp>
      <p:sp>
        <p:nvSpPr>
          <p:cNvPr id="5" name="TextBox 4">
            <a:extLst>
              <a:ext uri="{FF2B5EF4-FFF2-40B4-BE49-F238E27FC236}">
                <a16:creationId xmlns:a16="http://schemas.microsoft.com/office/drawing/2014/main" id="{96BE92EB-BB7A-69FA-3276-B95BE063F8B5}"/>
              </a:ext>
            </a:extLst>
          </p:cNvPr>
          <p:cNvSpPr txBox="1"/>
          <p:nvPr/>
        </p:nvSpPr>
        <p:spPr>
          <a:xfrm>
            <a:off x="93365" y="236476"/>
            <a:ext cx="6096000" cy="461665"/>
          </a:xfrm>
          <a:prstGeom prst="rect">
            <a:avLst/>
          </a:prstGeom>
          <a:noFill/>
        </p:spPr>
        <p:txBody>
          <a:bodyPr wrap="square">
            <a:spAutoFit/>
          </a:bodyPr>
          <a:lstStyle/>
          <a:p>
            <a:r>
              <a:rPr lang="ru-RU" sz="2400" b="1" dirty="0">
                <a:solidFill>
                  <a:schemeClr val="bg1"/>
                </a:solidFill>
                <a:latin typeface="Montserrat" pitchFamily="2" charset="-52"/>
              </a:rPr>
              <a:t>Актуальность</a:t>
            </a:r>
          </a:p>
        </p:txBody>
      </p:sp>
      <p:sp>
        <p:nvSpPr>
          <p:cNvPr id="6" name="TextBox 5">
            <a:extLst>
              <a:ext uri="{FF2B5EF4-FFF2-40B4-BE49-F238E27FC236}">
                <a16:creationId xmlns:a16="http://schemas.microsoft.com/office/drawing/2014/main" id="{C69D731B-DB0B-7F16-4356-C1723E8D66C6}"/>
              </a:ext>
            </a:extLst>
          </p:cNvPr>
          <p:cNvSpPr txBox="1"/>
          <p:nvPr/>
        </p:nvSpPr>
        <p:spPr>
          <a:xfrm>
            <a:off x="93365" y="627656"/>
            <a:ext cx="6208294" cy="461665"/>
          </a:xfrm>
          <a:prstGeom prst="rect">
            <a:avLst/>
          </a:prstGeom>
          <a:noFill/>
        </p:spPr>
        <p:txBody>
          <a:bodyPr wrap="square">
            <a:spAutoFit/>
          </a:bodyPr>
          <a:lstStyle/>
          <a:p>
            <a:pPr rtl="0"/>
            <a:r>
              <a:rPr lang="ru-RU" sz="2400" b="1" dirty="0">
                <a:gradFill>
                  <a:gsLst>
                    <a:gs pos="0">
                      <a:schemeClr val="bg1"/>
                    </a:gs>
                    <a:gs pos="74000">
                      <a:schemeClr val="tx1"/>
                    </a:gs>
                  </a:gsLst>
                  <a:lin ang="0" scaled="0"/>
                </a:gradFill>
                <a:latin typeface="Montserrat" pitchFamily="2" charset="-52"/>
              </a:rPr>
              <a:t>Курсового проектирования</a:t>
            </a:r>
          </a:p>
        </p:txBody>
      </p:sp>
      <p:sp>
        <p:nvSpPr>
          <p:cNvPr id="2" name="Прямоугольник 1"/>
          <p:cNvSpPr/>
          <p:nvPr/>
        </p:nvSpPr>
        <p:spPr>
          <a:xfrm>
            <a:off x="93365" y="1279297"/>
            <a:ext cx="7221835" cy="3970318"/>
          </a:xfrm>
          <a:prstGeom prst="rect">
            <a:avLst/>
          </a:prstGeom>
        </p:spPr>
        <p:txBody>
          <a:bodyPr wrap="square">
            <a:spAutoFit/>
          </a:bodyPr>
          <a:lstStyle/>
          <a:p>
            <a:pPr indent="541338" algn="just"/>
            <a:r>
              <a:rPr lang="ru-RU" dirty="0">
                <a:latin typeface="Times New Roman" panose="02020603050405020304" pitchFamily="18" charset="0"/>
                <a:cs typeface="Times New Roman" panose="02020603050405020304" pitchFamily="18" charset="0"/>
              </a:rPr>
              <a:t>Актуальность курсового проектирования состоит в том, что в современном мире постоянно растет объем информации, и возникает необходимость в ее структурировании и удобном представлении. Проанализировав предметную область, была обнаружена проблема с поиском информации о конкретной модели самолёта у сторонних сайтов: только один ресурс выдает полные данные, остальные предоставляют неполную информацию. Также электронных энциклопедий самолётов единицы. Огромную важность приобретают вопросы создания локальных справочных систем, позволяющих пользователю быстро находить необходимые сведения без подключения к интернету. В связи с этим, разработка «Электронной энциклопедии самолётов» становится особенно значимой для образовательных и научных целей, а также для всех, кто интересуется авиацией.</a:t>
            </a:r>
            <a:endParaRPr lang="ru-RU"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2917880"/>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6B6FD274-BC10-2B69-C01F-710331D0D245}"/>
              </a:ext>
            </a:extLst>
          </p:cNvPr>
          <p:cNvPicPr>
            <a:picLocks noChangeAspect="1"/>
          </p:cNvPicPr>
          <p:nvPr/>
        </p:nvPicPr>
        <p:blipFill>
          <a:blip r:embed="rId3"/>
          <a:stretch>
            <a:fillRect/>
          </a:stretch>
        </p:blipFill>
        <p:spPr>
          <a:xfrm>
            <a:off x="0" y="1"/>
            <a:ext cx="9144000" cy="5156402"/>
          </a:xfrm>
          <a:prstGeom prst="rect">
            <a:avLst/>
          </a:prstGeom>
        </p:spPr>
      </p:pic>
      <p:sp>
        <p:nvSpPr>
          <p:cNvPr id="7" name="Шестиугольник 6" descr="Сплошной темный шестиугольник в центре изображения">
            <a:extLst>
              <a:ext uri="{FF2B5EF4-FFF2-40B4-BE49-F238E27FC236}">
                <a16:creationId xmlns:a16="http://schemas.microsoft.com/office/drawing/2014/main" id="{0E259069-0792-4444-A5AD-142BE8787193}"/>
              </a:ext>
            </a:extLst>
          </p:cNvPr>
          <p:cNvSpPr/>
          <p:nvPr/>
        </p:nvSpPr>
        <p:spPr>
          <a:xfrm rot="16200000">
            <a:off x="7273290" y="3272790"/>
            <a:ext cx="2034540" cy="1706880"/>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8" name="TextBox 7">
            <a:extLst>
              <a:ext uri="{FF2B5EF4-FFF2-40B4-BE49-F238E27FC236}">
                <a16:creationId xmlns:a16="http://schemas.microsoft.com/office/drawing/2014/main" id="{26216FA0-E3FE-0CB3-C131-0C376731C72D}"/>
              </a:ext>
            </a:extLst>
          </p:cNvPr>
          <p:cNvSpPr txBox="1"/>
          <p:nvPr/>
        </p:nvSpPr>
        <p:spPr>
          <a:xfrm>
            <a:off x="7437120" y="3833842"/>
            <a:ext cx="2080172" cy="584775"/>
          </a:xfrm>
          <a:prstGeom prst="rect">
            <a:avLst/>
          </a:prstGeom>
          <a:noFill/>
        </p:spPr>
        <p:txBody>
          <a:bodyPr wrap="square">
            <a:spAutoFit/>
          </a:bodyPr>
          <a:lstStyle/>
          <a:p>
            <a:pPr rtl="0"/>
            <a:r>
              <a:rPr lang="ru-RU" sz="3200" b="1" dirty="0">
                <a:solidFill>
                  <a:schemeClr val="bg1"/>
                </a:solidFill>
                <a:latin typeface="Arial Black" panose="020B0A04020102020204" pitchFamily="34" charset="0"/>
              </a:rPr>
              <a:t>ОКВГУ</a:t>
            </a:r>
          </a:p>
        </p:txBody>
      </p:sp>
      <p:sp>
        <p:nvSpPr>
          <p:cNvPr id="5" name="TextBox 4">
            <a:extLst>
              <a:ext uri="{FF2B5EF4-FFF2-40B4-BE49-F238E27FC236}">
                <a16:creationId xmlns:a16="http://schemas.microsoft.com/office/drawing/2014/main" id="{96BE92EB-BB7A-69FA-3276-B95BE063F8B5}"/>
              </a:ext>
            </a:extLst>
          </p:cNvPr>
          <p:cNvSpPr txBox="1"/>
          <p:nvPr/>
        </p:nvSpPr>
        <p:spPr>
          <a:xfrm>
            <a:off x="93365" y="236476"/>
            <a:ext cx="6096000" cy="461665"/>
          </a:xfrm>
          <a:prstGeom prst="rect">
            <a:avLst/>
          </a:prstGeom>
          <a:noFill/>
        </p:spPr>
        <p:txBody>
          <a:bodyPr wrap="square">
            <a:spAutoFit/>
          </a:bodyPr>
          <a:lstStyle/>
          <a:p>
            <a:r>
              <a:rPr lang="ru-RU" sz="2400" b="1" dirty="0">
                <a:solidFill>
                  <a:schemeClr val="bg1"/>
                </a:solidFill>
                <a:latin typeface="Montserrat" pitchFamily="2" charset="-52"/>
              </a:rPr>
              <a:t>Область применения</a:t>
            </a:r>
          </a:p>
        </p:txBody>
      </p:sp>
      <p:sp>
        <p:nvSpPr>
          <p:cNvPr id="6" name="TextBox 5">
            <a:extLst>
              <a:ext uri="{FF2B5EF4-FFF2-40B4-BE49-F238E27FC236}">
                <a16:creationId xmlns:a16="http://schemas.microsoft.com/office/drawing/2014/main" id="{C69D731B-DB0B-7F16-4356-C1723E8D66C6}"/>
              </a:ext>
            </a:extLst>
          </p:cNvPr>
          <p:cNvSpPr txBox="1"/>
          <p:nvPr/>
        </p:nvSpPr>
        <p:spPr>
          <a:xfrm>
            <a:off x="93365" y="627656"/>
            <a:ext cx="6208294" cy="461665"/>
          </a:xfrm>
          <a:prstGeom prst="rect">
            <a:avLst/>
          </a:prstGeom>
          <a:noFill/>
        </p:spPr>
        <p:txBody>
          <a:bodyPr wrap="square">
            <a:spAutoFit/>
          </a:bodyPr>
          <a:lstStyle/>
          <a:p>
            <a:pPr rtl="0"/>
            <a:r>
              <a:rPr lang="ru-RU" sz="2400" b="1" dirty="0">
                <a:gradFill>
                  <a:gsLst>
                    <a:gs pos="0">
                      <a:schemeClr val="bg1"/>
                    </a:gs>
                    <a:gs pos="100000">
                      <a:schemeClr val="tx1"/>
                    </a:gs>
                  </a:gsLst>
                  <a:lin ang="0" scaled="0"/>
                </a:gradFill>
                <a:latin typeface="Montserrat" pitchFamily="2" charset="-52"/>
              </a:rPr>
              <a:t>Разработанной программы</a:t>
            </a:r>
          </a:p>
        </p:txBody>
      </p:sp>
      <p:sp>
        <p:nvSpPr>
          <p:cNvPr id="2" name="Прямоугольник 1"/>
          <p:cNvSpPr/>
          <p:nvPr/>
        </p:nvSpPr>
        <p:spPr>
          <a:xfrm>
            <a:off x="93365" y="1289947"/>
            <a:ext cx="7343755" cy="2585323"/>
          </a:xfrm>
          <a:prstGeom prst="rect">
            <a:avLst/>
          </a:prstGeom>
        </p:spPr>
        <p:txBody>
          <a:bodyPr wrap="square">
            <a:spAutoFit/>
          </a:bodyPr>
          <a:lstStyle/>
          <a:p>
            <a:pPr indent="541338" algn="just"/>
            <a:r>
              <a:rPr lang="ru-RU" dirty="0">
                <a:latin typeface="Times New Roman" panose="02020603050405020304" pitchFamily="18" charset="0"/>
                <a:cs typeface="Times New Roman" panose="02020603050405020304" pitchFamily="18" charset="0"/>
              </a:rPr>
              <a:t>Область применения результатов данного исследования охватывает множество сфер деятельности. Разрабатываемое программное средство может использоваться в образовательных учреждениях при изучении авиационной техники, студентами и учащимися при подготовке рефератов и учебных проектов, преподавателями при проведении занятий, а также пользователями, интересующимися историей и развитием авиационной техники. Кроме того, результаты могут быть полезны для проведения научных и исследовательских проектов в области авиации.</a:t>
            </a:r>
            <a:endParaRPr lang="ru-RU" sz="20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155558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A2DC6D4B-F81E-68D3-C1D3-B6889431357F}"/>
              </a:ext>
            </a:extLst>
          </p:cNvPr>
          <p:cNvPicPr>
            <a:picLocks noChangeAspect="1"/>
          </p:cNvPicPr>
          <p:nvPr/>
        </p:nvPicPr>
        <p:blipFill>
          <a:blip r:embed="rId3"/>
          <a:stretch>
            <a:fillRect/>
          </a:stretch>
        </p:blipFill>
        <p:spPr>
          <a:xfrm>
            <a:off x="0" y="1"/>
            <a:ext cx="9144000" cy="5156402"/>
          </a:xfrm>
          <a:prstGeom prst="rect">
            <a:avLst/>
          </a:prstGeom>
        </p:spPr>
      </p:pic>
      <p:sp>
        <p:nvSpPr>
          <p:cNvPr id="27" name="Прямоугольник 26"/>
          <p:cNvSpPr/>
          <p:nvPr/>
        </p:nvSpPr>
        <p:spPr>
          <a:xfrm>
            <a:off x="646626" y="1089321"/>
            <a:ext cx="3244304" cy="646331"/>
          </a:xfrm>
          <a:prstGeom prst="rect">
            <a:avLst/>
          </a:prstGeom>
        </p:spPr>
        <p:txBody>
          <a:bodyPr wrap="square">
            <a:spAutoFit/>
          </a:bodyPr>
          <a:lstStyle/>
          <a:p>
            <a:r>
              <a:rPr lang="ru-RU"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Программа 1 – </a:t>
            </a:r>
            <a:r>
              <a:rPr lang="ru-RU" sz="1200" b="1" dirty="0">
                <a:latin typeface="Times New Roman" panose="02020603050405020304" pitchFamily="18" charset="0"/>
                <a:cs typeface="Times New Roman" panose="02020603050405020304" pitchFamily="18" charset="0"/>
              </a:rPr>
              <a:t>веб-сайт jets.ru «Энциклопедия самолётов и вертолётов»</a:t>
            </a:r>
          </a:p>
          <a:p>
            <a:endParaRPr lang="ru-RU"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8" name="TextBox 27"/>
          <p:cNvSpPr txBox="1"/>
          <p:nvPr/>
        </p:nvSpPr>
        <p:spPr>
          <a:xfrm>
            <a:off x="553262" y="3369622"/>
            <a:ext cx="4331158" cy="1754326"/>
          </a:xfrm>
          <a:prstGeom prst="rect">
            <a:avLst/>
          </a:prstGeom>
          <a:noFill/>
        </p:spPr>
        <p:txBody>
          <a:bodyPr wrap="square" rtlCol="0">
            <a:spAutoFit/>
          </a:bodyPr>
          <a:lstStyle/>
          <a:p>
            <a:pPr lvl="0"/>
            <a:r>
              <a:rPr lang="ru-RU" sz="1200" dirty="0">
                <a:latin typeface="Times New Roman" panose="02020603050405020304" pitchFamily="18" charset="0"/>
                <a:cs typeface="Times New Roman" panose="02020603050405020304" pitchFamily="18" charset="0"/>
              </a:rPr>
              <a:t>jets.ru – многофункциональный сайт в главном меню которого представлены: новости в мире авиации, аренда и продажа самолётов, энциклопедия самолётов и рейсы. Во вкладке энциклопедия самолётов предоставлен перечень самолётов, а при нажатии на определённую модель покажут её: высоту, а также длину и ширину салона, дальность полёта, максимальный взлётный вес, максимальное число пассажиров, крейсерскую скорость, максимальную высота полета, длину самолета (м).</a:t>
            </a:r>
          </a:p>
        </p:txBody>
      </p:sp>
      <p:sp>
        <p:nvSpPr>
          <p:cNvPr id="29" name="Прямоугольник 28"/>
          <p:cNvSpPr/>
          <p:nvPr/>
        </p:nvSpPr>
        <p:spPr>
          <a:xfrm>
            <a:off x="4884420" y="1042726"/>
            <a:ext cx="4001225" cy="461665"/>
          </a:xfrm>
          <a:prstGeom prst="rect">
            <a:avLst/>
          </a:prstGeom>
        </p:spPr>
        <p:txBody>
          <a:bodyPr wrap="square">
            <a:spAutoFit/>
          </a:bodyPr>
          <a:lstStyle/>
          <a:p>
            <a:r>
              <a:rPr lang="ru-RU"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Программа </a:t>
            </a:r>
            <a:r>
              <a:rPr lang="en-US"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ru-RU"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r>
              <a:rPr lang="ru-RU" sz="1200" b="1" dirty="0">
                <a:latin typeface="Times New Roman" panose="02020603050405020304" pitchFamily="18" charset="0"/>
                <a:cs typeface="Times New Roman" panose="02020603050405020304" pitchFamily="18" charset="0"/>
              </a:rPr>
              <a:t>веб-сайт airwar.ru «Уголок Неба- Большая авиационная энциклопедия»</a:t>
            </a:r>
            <a:endParaRPr lang="ru-RU"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1" name="Прямоугольник 30"/>
          <p:cNvSpPr/>
          <p:nvPr/>
        </p:nvSpPr>
        <p:spPr>
          <a:xfrm>
            <a:off x="5069191" y="3369622"/>
            <a:ext cx="3568700" cy="1200329"/>
          </a:xfrm>
          <a:prstGeom prst="rect">
            <a:avLst/>
          </a:prstGeom>
        </p:spPr>
        <p:txBody>
          <a:bodyPr wrap="square">
            <a:spAutoFit/>
          </a:bodyPr>
          <a:lstStyle/>
          <a:p>
            <a:pPr lvl="0"/>
            <a:r>
              <a:rPr lang="ru-RU" sz="1200" dirty="0">
                <a:latin typeface="Times New Roman" panose="02020603050405020304" pitchFamily="18" charset="0"/>
                <a:cs typeface="Times New Roman" panose="02020603050405020304" pitchFamily="18" charset="0"/>
              </a:rPr>
              <a:t>airwar.ru – веб-сайт в каталоге которого представлены самолёты различны по назначению и годам производства. Для каждого самолёта представлены: разработчик, страна производства, первый полёт, тип самолёта, фотография и описание.</a:t>
            </a:r>
          </a:p>
        </p:txBody>
      </p:sp>
      <p:sp>
        <p:nvSpPr>
          <p:cNvPr id="12" name="TextBox 11">
            <a:extLst>
              <a:ext uri="{FF2B5EF4-FFF2-40B4-BE49-F238E27FC236}">
                <a16:creationId xmlns:a16="http://schemas.microsoft.com/office/drawing/2014/main" id="{96BE92EB-BB7A-69FA-3276-B95BE063F8B5}"/>
              </a:ext>
            </a:extLst>
          </p:cNvPr>
          <p:cNvSpPr txBox="1"/>
          <p:nvPr/>
        </p:nvSpPr>
        <p:spPr>
          <a:xfrm>
            <a:off x="93365" y="236476"/>
            <a:ext cx="6096000" cy="461665"/>
          </a:xfrm>
          <a:prstGeom prst="rect">
            <a:avLst/>
          </a:prstGeom>
          <a:noFill/>
        </p:spPr>
        <p:txBody>
          <a:bodyPr wrap="square">
            <a:spAutoFit/>
          </a:bodyPr>
          <a:lstStyle/>
          <a:p>
            <a:r>
              <a:rPr lang="ru-RU" sz="2400" b="1" dirty="0">
                <a:solidFill>
                  <a:schemeClr val="bg1"/>
                </a:solidFill>
                <a:latin typeface="Montserrat" pitchFamily="2" charset="-52"/>
              </a:rPr>
              <a:t>Аналоги</a:t>
            </a:r>
          </a:p>
        </p:txBody>
      </p:sp>
      <p:sp>
        <p:nvSpPr>
          <p:cNvPr id="13" name="TextBox 12">
            <a:extLst>
              <a:ext uri="{FF2B5EF4-FFF2-40B4-BE49-F238E27FC236}">
                <a16:creationId xmlns:a16="http://schemas.microsoft.com/office/drawing/2014/main" id="{C69D731B-DB0B-7F16-4356-C1723E8D66C6}"/>
              </a:ext>
            </a:extLst>
          </p:cNvPr>
          <p:cNvSpPr txBox="1"/>
          <p:nvPr/>
        </p:nvSpPr>
        <p:spPr>
          <a:xfrm>
            <a:off x="93365" y="627656"/>
            <a:ext cx="4791055" cy="461665"/>
          </a:xfrm>
          <a:prstGeom prst="rect">
            <a:avLst/>
          </a:prstGeom>
          <a:noFill/>
        </p:spPr>
        <p:txBody>
          <a:bodyPr wrap="square">
            <a:spAutoFit/>
          </a:bodyPr>
          <a:lstStyle/>
          <a:p>
            <a:pPr rtl="0"/>
            <a:r>
              <a:rPr lang="ru-RU" sz="2400" b="1" dirty="0">
                <a:gradFill>
                  <a:gsLst>
                    <a:gs pos="0">
                      <a:schemeClr val="bg1"/>
                    </a:gs>
                    <a:gs pos="65000">
                      <a:schemeClr val="tx1">
                        <a:lumMod val="42000"/>
                        <a:lumOff val="58000"/>
                      </a:schemeClr>
                    </a:gs>
                    <a:gs pos="100000">
                      <a:schemeClr val="tx1"/>
                    </a:gs>
                  </a:gsLst>
                  <a:lin ang="0" scaled="0"/>
                </a:gradFill>
                <a:latin typeface="Montserrat" pitchFamily="2" charset="-52"/>
              </a:rPr>
              <a:t>Разработанной программы</a:t>
            </a:r>
          </a:p>
        </p:txBody>
      </p:sp>
      <p:pic>
        <p:nvPicPr>
          <p:cNvPr id="11" name="Рисунок 10">
            <a:extLst>
              <a:ext uri="{FF2B5EF4-FFF2-40B4-BE49-F238E27FC236}">
                <a16:creationId xmlns:a16="http://schemas.microsoft.com/office/drawing/2014/main" id="{436A18B7-2D25-4F27-B41B-4363F07354DA}"/>
              </a:ext>
            </a:extLst>
          </p:cNvPr>
          <p:cNvPicPr/>
          <p:nvPr/>
        </p:nvPicPr>
        <p:blipFill>
          <a:blip r:embed="rId4"/>
          <a:stretch>
            <a:fillRect/>
          </a:stretch>
        </p:blipFill>
        <p:spPr>
          <a:xfrm>
            <a:off x="713501" y="1541359"/>
            <a:ext cx="3177429" cy="1754326"/>
          </a:xfrm>
          <a:prstGeom prst="rect">
            <a:avLst/>
          </a:prstGeom>
          <a:ln>
            <a:solidFill>
              <a:schemeClr val="tx1"/>
            </a:solidFill>
          </a:ln>
        </p:spPr>
      </p:pic>
      <p:pic>
        <p:nvPicPr>
          <p:cNvPr id="14" name="Рисунок 13">
            <a:extLst>
              <a:ext uri="{FF2B5EF4-FFF2-40B4-BE49-F238E27FC236}">
                <a16:creationId xmlns:a16="http://schemas.microsoft.com/office/drawing/2014/main" id="{AB30E93E-BFAD-4FC7-A394-A9C16DC72DF6}"/>
              </a:ext>
            </a:extLst>
          </p:cNvPr>
          <p:cNvPicPr/>
          <p:nvPr/>
        </p:nvPicPr>
        <p:blipFill>
          <a:blip r:embed="rId5"/>
          <a:stretch>
            <a:fillRect/>
          </a:stretch>
        </p:blipFill>
        <p:spPr>
          <a:xfrm>
            <a:off x="5069190" y="1541360"/>
            <a:ext cx="3428183" cy="1754326"/>
          </a:xfrm>
          <a:prstGeom prst="rect">
            <a:avLst/>
          </a:prstGeom>
          <a:ln>
            <a:solidFill>
              <a:schemeClr val="tx1"/>
            </a:solidFill>
          </a:ln>
        </p:spPr>
      </p:pic>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2CABD6A3-563E-9105-003C-9AA33614D9BF}"/>
              </a:ext>
            </a:extLst>
          </p:cNvPr>
          <p:cNvPicPr>
            <a:picLocks noChangeAspect="1"/>
          </p:cNvPicPr>
          <p:nvPr/>
        </p:nvPicPr>
        <p:blipFill>
          <a:blip r:embed="rId2"/>
          <a:stretch>
            <a:fillRect/>
          </a:stretch>
        </p:blipFill>
        <p:spPr>
          <a:xfrm>
            <a:off x="0" y="0"/>
            <a:ext cx="9188938" cy="5143500"/>
          </a:xfrm>
          <a:prstGeom prst="rect">
            <a:avLst/>
          </a:prstGeom>
        </p:spPr>
      </p:pic>
      <p:sp>
        <p:nvSpPr>
          <p:cNvPr id="3" name="TextBox 2">
            <a:extLst>
              <a:ext uri="{FF2B5EF4-FFF2-40B4-BE49-F238E27FC236}">
                <a16:creationId xmlns:a16="http://schemas.microsoft.com/office/drawing/2014/main" id="{1352924B-24D4-40AA-707B-49770F7C0837}"/>
              </a:ext>
            </a:extLst>
          </p:cNvPr>
          <p:cNvSpPr txBox="1"/>
          <p:nvPr/>
        </p:nvSpPr>
        <p:spPr>
          <a:xfrm>
            <a:off x="3529765" y="1715567"/>
            <a:ext cx="2496703" cy="600164"/>
          </a:xfrm>
          <a:prstGeom prst="rect">
            <a:avLst/>
          </a:prstGeom>
          <a:noFill/>
        </p:spPr>
        <p:txBody>
          <a:bodyPr wrap="square">
            <a:spAutoFit/>
          </a:bodyPr>
          <a:lstStyle/>
          <a:p>
            <a:r>
              <a:rPr lang="ru-RU" sz="3300" dirty="0">
                <a:latin typeface="Bahnschrift SemiBold Condensed" panose="020B0502040204020203" pitchFamily="34" charset="0"/>
              </a:rPr>
              <a:t>Проектирование</a:t>
            </a:r>
          </a:p>
        </p:txBody>
      </p:sp>
      <p:sp>
        <p:nvSpPr>
          <p:cNvPr id="2" name="Шестиугольник 1" descr="Сплошной темный шестиугольник в центре изображения">
            <a:extLst>
              <a:ext uri="{FF2B5EF4-FFF2-40B4-BE49-F238E27FC236}">
                <a16:creationId xmlns:a16="http://schemas.microsoft.com/office/drawing/2014/main" id="{66849DB1-23F6-4F01-6E36-63205C1DBDF2}"/>
              </a:ext>
            </a:extLst>
          </p:cNvPr>
          <p:cNvSpPr/>
          <p:nvPr/>
        </p:nvSpPr>
        <p:spPr>
          <a:xfrm rot="16200000">
            <a:off x="7306765" y="3378822"/>
            <a:ext cx="1809749" cy="1560129"/>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sz="1350"/>
          </a:p>
        </p:txBody>
      </p:sp>
      <p:sp>
        <p:nvSpPr>
          <p:cNvPr id="5" name="TextBox 4">
            <a:extLst>
              <a:ext uri="{FF2B5EF4-FFF2-40B4-BE49-F238E27FC236}">
                <a16:creationId xmlns:a16="http://schemas.microsoft.com/office/drawing/2014/main" id="{5D634BD1-4877-869D-AE17-13879E5A0CA1}"/>
              </a:ext>
            </a:extLst>
          </p:cNvPr>
          <p:cNvSpPr txBox="1"/>
          <p:nvPr/>
        </p:nvSpPr>
        <p:spPr>
          <a:xfrm>
            <a:off x="7431575" y="3893429"/>
            <a:ext cx="1757363" cy="553998"/>
          </a:xfrm>
          <a:prstGeom prst="rect">
            <a:avLst/>
          </a:prstGeom>
          <a:noFill/>
        </p:spPr>
        <p:txBody>
          <a:bodyPr wrap="square">
            <a:spAutoFit/>
          </a:bodyPr>
          <a:lstStyle/>
          <a:p>
            <a:pPr rtl="0"/>
            <a:r>
              <a:rPr lang="ru-RU" sz="3000" b="1" dirty="0">
                <a:solidFill>
                  <a:schemeClr val="bg1"/>
                </a:solidFill>
                <a:latin typeface="Arial Black" panose="020B0A04020102020204" pitchFamily="34" charset="0"/>
              </a:rPr>
              <a:t>ОКВГУ</a:t>
            </a:r>
          </a:p>
        </p:txBody>
      </p:sp>
    </p:spTree>
    <p:extLst>
      <p:ext uri="{BB962C8B-B14F-4D97-AF65-F5344CB8AC3E}">
        <p14:creationId xmlns:p14="http://schemas.microsoft.com/office/powerpoint/2010/main" val="4203919689"/>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7BCB0649-2EDB-6EBA-070A-5AF9D3502419}"/>
              </a:ext>
            </a:extLst>
          </p:cNvPr>
          <p:cNvPicPr>
            <a:picLocks noChangeAspect="1"/>
          </p:cNvPicPr>
          <p:nvPr/>
        </p:nvPicPr>
        <p:blipFill>
          <a:blip r:embed="rId2"/>
          <a:stretch>
            <a:fillRect/>
          </a:stretch>
        </p:blipFill>
        <p:spPr>
          <a:xfrm>
            <a:off x="0" y="0"/>
            <a:ext cx="9144000" cy="5143500"/>
          </a:xfrm>
          <a:prstGeom prst="rect">
            <a:avLst/>
          </a:prstGeom>
        </p:spPr>
      </p:pic>
      <p:sp>
        <p:nvSpPr>
          <p:cNvPr id="6" name="TextBox 5">
            <a:extLst>
              <a:ext uri="{FF2B5EF4-FFF2-40B4-BE49-F238E27FC236}">
                <a16:creationId xmlns:a16="http://schemas.microsoft.com/office/drawing/2014/main" id="{62384299-23C2-40F9-7D08-8895DC3A6037}"/>
              </a:ext>
            </a:extLst>
          </p:cNvPr>
          <p:cNvSpPr txBox="1"/>
          <p:nvPr/>
        </p:nvSpPr>
        <p:spPr>
          <a:xfrm>
            <a:off x="144379" y="0"/>
            <a:ext cx="2629302" cy="600164"/>
          </a:xfrm>
          <a:prstGeom prst="rect">
            <a:avLst/>
          </a:prstGeom>
          <a:noFill/>
        </p:spPr>
        <p:txBody>
          <a:bodyPr wrap="square">
            <a:spAutoFit/>
          </a:bodyPr>
          <a:lstStyle/>
          <a:p>
            <a:r>
              <a:rPr lang="ru-RU" sz="3300" dirty="0">
                <a:latin typeface="Bahnschrift SemiBold Condensed" panose="020B0502040204020203" pitchFamily="34" charset="0"/>
              </a:rPr>
              <a:t>Диаграмма </a:t>
            </a:r>
            <a:r>
              <a:rPr lang="en-US" sz="3300" dirty="0">
                <a:latin typeface="Bahnschrift SemiBold Condensed" panose="020B0502040204020203" pitchFamily="34" charset="0"/>
              </a:rPr>
              <a:t>IDEF0</a:t>
            </a:r>
            <a:endParaRPr lang="ru-RU" sz="3300" dirty="0">
              <a:latin typeface="Bahnschrift SemiBold Condensed" panose="020B0502040204020203" pitchFamily="34" charset="0"/>
            </a:endParaRPr>
          </a:p>
        </p:txBody>
      </p:sp>
      <p:pic>
        <p:nvPicPr>
          <p:cNvPr id="9" name="Рисунок 8">
            <a:extLst>
              <a:ext uri="{FF2B5EF4-FFF2-40B4-BE49-F238E27FC236}">
                <a16:creationId xmlns:a16="http://schemas.microsoft.com/office/drawing/2014/main" id="{140DA878-A42A-4536-BB36-AD4F533D7E46}"/>
              </a:ext>
            </a:extLst>
          </p:cNvPr>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Lst>
          </a:blip>
          <a:srcRect t="2343"/>
          <a:stretch/>
        </p:blipFill>
        <p:spPr bwMode="auto">
          <a:xfrm>
            <a:off x="1390967" y="851535"/>
            <a:ext cx="6362065" cy="3440430"/>
          </a:xfrm>
          <a:prstGeom prst="rect">
            <a:avLst/>
          </a:prstGeom>
          <a:ln>
            <a:solidFill>
              <a:schemeClr val="bg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29932431"/>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EF934A3B-B6A1-4AFC-C87B-F5A589675178}"/>
              </a:ext>
            </a:extLst>
          </p:cNvPr>
          <p:cNvPicPr>
            <a:picLocks noChangeAspect="1"/>
          </p:cNvPicPr>
          <p:nvPr/>
        </p:nvPicPr>
        <p:blipFill>
          <a:blip r:embed="rId2"/>
          <a:stretch>
            <a:fillRect/>
          </a:stretch>
        </p:blipFill>
        <p:spPr>
          <a:xfrm>
            <a:off x="0" y="0"/>
            <a:ext cx="9144000" cy="5143500"/>
          </a:xfrm>
          <a:prstGeom prst="rect">
            <a:avLst/>
          </a:prstGeom>
        </p:spPr>
      </p:pic>
      <p:pic>
        <p:nvPicPr>
          <p:cNvPr id="6" name="Рисунок 5">
            <a:extLst>
              <a:ext uri="{FF2B5EF4-FFF2-40B4-BE49-F238E27FC236}">
                <a16:creationId xmlns:a16="http://schemas.microsoft.com/office/drawing/2014/main" id="{77068484-2FC9-43AD-BEE4-1705A51277A9}"/>
              </a:ext>
            </a:extLst>
          </p:cNvPr>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1379220" y="794702"/>
            <a:ext cx="6579235" cy="3554095"/>
          </a:xfrm>
          <a:prstGeom prst="rect">
            <a:avLst/>
          </a:prstGeom>
          <a:ln>
            <a:solidFill>
              <a:schemeClr val="bg1"/>
            </a:solidFill>
          </a:ln>
        </p:spPr>
      </p:pic>
    </p:spTree>
    <p:extLst>
      <p:ext uri="{BB962C8B-B14F-4D97-AF65-F5344CB8AC3E}">
        <p14:creationId xmlns:p14="http://schemas.microsoft.com/office/powerpoint/2010/main" val="3068564765"/>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D933058F-C3D2-472F-FB47-2F9CCC047F78}"/>
              </a:ext>
            </a:extLst>
          </p:cNvPr>
          <p:cNvPicPr>
            <a:picLocks noChangeAspect="1"/>
          </p:cNvPicPr>
          <p:nvPr/>
        </p:nvPicPr>
        <p:blipFill>
          <a:blip r:embed="rId2"/>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CA22445E-20F1-518D-5738-760B4028219A}"/>
              </a:ext>
            </a:extLst>
          </p:cNvPr>
          <p:cNvSpPr txBox="1"/>
          <p:nvPr/>
        </p:nvSpPr>
        <p:spPr>
          <a:xfrm>
            <a:off x="190851" y="63731"/>
            <a:ext cx="3178142" cy="600164"/>
          </a:xfrm>
          <a:prstGeom prst="rect">
            <a:avLst/>
          </a:prstGeom>
          <a:noFill/>
        </p:spPr>
        <p:txBody>
          <a:bodyPr wrap="square">
            <a:spAutoFit/>
          </a:bodyPr>
          <a:lstStyle/>
          <a:p>
            <a:r>
              <a:rPr lang="ru-RU" sz="3300" dirty="0">
                <a:latin typeface="Bahnschrift SemiBold Condensed" panose="020B0502040204020203" pitchFamily="34" charset="0"/>
              </a:rPr>
              <a:t>Диаграмма </a:t>
            </a:r>
            <a:r>
              <a:rPr lang="en-US" sz="3300" dirty="0">
                <a:latin typeface="Bahnschrift SemiBold Condensed" panose="020B0502040204020203" pitchFamily="34" charset="0"/>
              </a:rPr>
              <a:t>USE-CASE</a:t>
            </a:r>
            <a:endParaRPr lang="ru-RU" sz="3300" dirty="0">
              <a:latin typeface="Bahnschrift SemiBold Condensed" panose="020B0502040204020203" pitchFamily="34" charset="0"/>
            </a:endParaRPr>
          </a:p>
        </p:txBody>
      </p:sp>
      <p:pic>
        <p:nvPicPr>
          <p:cNvPr id="7" name="Рисунок 6">
            <a:extLst>
              <a:ext uri="{FF2B5EF4-FFF2-40B4-BE49-F238E27FC236}">
                <a16:creationId xmlns:a16="http://schemas.microsoft.com/office/drawing/2014/main" id="{CD165F3D-1984-4927-A50F-AD298875A5CF}"/>
              </a:ext>
            </a:extLst>
          </p:cNvPr>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Lst>
          </a:blip>
          <a:srcRect r="1474" b="2762"/>
          <a:stretch/>
        </p:blipFill>
        <p:spPr>
          <a:xfrm>
            <a:off x="1371601" y="1068546"/>
            <a:ext cx="6621780" cy="3488214"/>
          </a:xfrm>
          <a:prstGeom prst="rect">
            <a:avLst/>
          </a:prstGeom>
        </p:spPr>
      </p:pic>
    </p:spTree>
    <p:extLst>
      <p:ext uri="{BB962C8B-B14F-4D97-AF65-F5344CB8AC3E}">
        <p14:creationId xmlns:p14="http://schemas.microsoft.com/office/powerpoint/2010/main" val="478815932"/>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1A27E04C-186F-F4BD-0696-7A8A1F3859D5}"/>
              </a:ext>
            </a:extLst>
          </p:cNvPr>
          <p:cNvPicPr>
            <a:picLocks noChangeAspect="1"/>
          </p:cNvPicPr>
          <p:nvPr/>
        </p:nvPicPr>
        <p:blipFill>
          <a:blip r:embed="rId3"/>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3BA06E7D-D943-B02A-4AE7-43C00BDA11AF}"/>
              </a:ext>
            </a:extLst>
          </p:cNvPr>
          <p:cNvSpPr txBox="1"/>
          <p:nvPr/>
        </p:nvSpPr>
        <p:spPr>
          <a:xfrm>
            <a:off x="200962" y="39946"/>
            <a:ext cx="2609499" cy="600164"/>
          </a:xfrm>
          <a:prstGeom prst="rect">
            <a:avLst/>
          </a:prstGeom>
          <a:noFill/>
        </p:spPr>
        <p:txBody>
          <a:bodyPr wrap="square">
            <a:spAutoFit/>
          </a:bodyPr>
          <a:lstStyle/>
          <a:p>
            <a:r>
              <a:rPr lang="ru-RU" sz="3300" dirty="0">
                <a:latin typeface="Bahnschrift SemiBold Condensed" panose="020B0502040204020203" pitchFamily="34" charset="0"/>
              </a:rPr>
              <a:t>Схема алгоритма</a:t>
            </a:r>
          </a:p>
        </p:txBody>
      </p:sp>
      <p:graphicFrame>
        <p:nvGraphicFramePr>
          <p:cNvPr id="2" name="Объект 1">
            <a:extLst>
              <a:ext uri="{FF2B5EF4-FFF2-40B4-BE49-F238E27FC236}">
                <a16:creationId xmlns:a16="http://schemas.microsoft.com/office/drawing/2014/main" id="{EE51F542-FE06-48B9-A0DB-E322446ED172}"/>
              </a:ext>
            </a:extLst>
          </p:cNvPr>
          <p:cNvGraphicFramePr>
            <a:graphicFrameLocks noChangeAspect="1"/>
          </p:cNvGraphicFramePr>
          <p:nvPr>
            <p:extLst>
              <p:ext uri="{D42A27DB-BD31-4B8C-83A1-F6EECF244321}">
                <p14:modId xmlns:p14="http://schemas.microsoft.com/office/powerpoint/2010/main" val="3991308811"/>
              </p:ext>
            </p:extLst>
          </p:nvPr>
        </p:nvGraphicFramePr>
        <p:xfrm>
          <a:off x="4934882" y="0"/>
          <a:ext cx="4536281" cy="5156106"/>
        </p:xfrm>
        <a:graphic>
          <a:graphicData uri="http://schemas.openxmlformats.org/presentationml/2006/ole">
            <mc:AlternateContent xmlns:mc="http://schemas.openxmlformats.org/markup-compatibility/2006">
              <mc:Choice xmlns:v="urn:schemas-microsoft-com:vml" Requires="v">
                <p:oleObj spid="_x0000_s1097" name="CorelDRAW" r:id="rId4" imgW="9019812" imgH="8045919" progId="CorelDraw.Graphic.27">
                  <p:embed/>
                </p:oleObj>
              </mc:Choice>
              <mc:Fallback>
                <p:oleObj name="CorelDRAW" r:id="rId4" imgW="9019812" imgH="8045919" progId="CorelDraw.Graphic.27">
                  <p:embed/>
                  <p:pic>
                    <p:nvPicPr>
                      <p:cNvPr id="0" name=""/>
                      <p:cNvPicPr/>
                      <p:nvPr/>
                    </p:nvPicPr>
                    <p:blipFill>
                      <a:blip r:embed="rId5"/>
                      <a:stretch>
                        <a:fillRect/>
                      </a:stretch>
                    </p:blipFill>
                    <p:spPr>
                      <a:xfrm>
                        <a:off x="4934882" y="0"/>
                        <a:ext cx="4536281" cy="5156106"/>
                      </a:xfrm>
                      <a:prstGeom prst="rect">
                        <a:avLst/>
                      </a:prstGeom>
                    </p:spPr>
                  </p:pic>
                </p:oleObj>
              </mc:Fallback>
            </mc:AlternateContent>
          </a:graphicData>
        </a:graphic>
      </p:graphicFrame>
      <p:sp>
        <p:nvSpPr>
          <p:cNvPr id="11" name="Прямоугольник 10">
            <a:extLst>
              <a:ext uri="{FF2B5EF4-FFF2-40B4-BE49-F238E27FC236}">
                <a16:creationId xmlns:a16="http://schemas.microsoft.com/office/drawing/2014/main" id="{DFFBB479-03CA-4490-B58E-0809915BA603}"/>
              </a:ext>
            </a:extLst>
          </p:cNvPr>
          <p:cNvSpPr/>
          <p:nvPr/>
        </p:nvSpPr>
        <p:spPr>
          <a:xfrm>
            <a:off x="4453217" y="2387084"/>
            <a:ext cx="237566" cy="369332"/>
          </a:xfrm>
          <a:prstGeom prst="rect">
            <a:avLst/>
          </a:prstGeom>
        </p:spPr>
        <p:txBody>
          <a:bodyPr wrap="none">
            <a:spAutoFit/>
          </a:bodyPr>
          <a:lstStyle/>
          <a:p>
            <a:r>
              <a:rPr lang="ru-BY" dirty="0"/>
              <a:t> </a:t>
            </a:r>
            <a:endParaRPr lang="LID4096" dirty="0"/>
          </a:p>
        </p:txBody>
      </p:sp>
      <p:sp>
        <p:nvSpPr>
          <p:cNvPr id="12" name="Прямоугольник 11">
            <a:extLst>
              <a:ext uri="{FF2B5EF4-FFF2-40B4-BE49-F238E27FC236}">
                <a16:creationId xmlns:a16="http://schemas.microsoft.com/office/drawing/2014/main" id="{2EEC281C-402B-419E-9C07-C5ADB83D222A}"/>
              </a:ext>
            </a:extLst>
          </p:cNvPr>
          <p:cNvSpPr/>
          <p:nvPr/>
        </p:nvSpPr>
        <p:spPr>
          <a:xfrm>
            <a:off x="4453217" y="2387084"/>
            <a:ext cx="237566" cy="369332"/>
          </a:xfrm>
          <a:prstGeom prst="rect">
            <a:avLst/>
          </a:prstGeom>
        </p:spPr>
        <p:txBody>
          <a:bodyPr wrap="none">
            <a:spAutoFit/>
          </a:bodyPr>
          <a:lstStyle/>
          <a:p>
            <a:r>
              <a:rPr lang="ru-BY" dirty="0"/>
              <a:t> </a:t>
            </a:r>
            <a:endParaRPr lang="LID4096" dirty="0"/>
          </a:p>
        </p:txBody>
      </p:sp>
      <p:pic>
        <p:nvPicPr>
          <p:cNvPr id="34" name="Google Shape;190;p21" descr="image.png">
            <a:extLst>
              <a:ext uri="{FF2B5EF4-FFF2-40B4-BE49-F238E27FC236}">
                <a16:creationId xmlns:a16="http://schemas.microsoft.com/office/drawing/2014/main" id="{D175D942-74E8-4016-9A6D-1725778A92A5}"/>
              </a:ext>
            </a:extLst>
          </p:cNvPr>
          <p:cNvPicPr preferRelativeResize="0"/>
          <p:nvPr/>
        </p:nvPicPr>
        <p:blipFill rotWithShape="1">
          <a:blip r:embed="rId6">
            <a:alphaModFix/>
          </a:blip>
          <a:srcRect/>
          <a:stretch/>
        </p:blipFill>
        <p:spPr>
          <a:xfrm>
            <a:off x="200963" y="1067258"/>
            <a:ext cx="4652392" cy="539525"/>
          </a:xfrm>
          <a:prstGeom prst="rect">
            <a:avLst/>
          </a:prstGeom>
          <a:noFill/>
          <a:ln>
            <a:noFill/>
          </a:ln>
        </p:spPr>
      </p:pic>
      <p:pic>
        <p:nvPicPr>
          <p:cNvPr id="35" name="Google Shape;191;p21" descr="image.png">
            <a:extLst>
              <a:ext uri="{FF2B5EF4-FFF2-40B4-BE49-F238E27FC236}">
                <a16:creationId xmlns:a16="http://schemas.microsoft.com/office/drawing/2014/main" id="{3F4F36E5-8BA1-41A9-865A-D52AA07C7787}"/>
              </a:ext>
            </a:extLst>
          </p:cNvPr>
          <p:cNvPicPr preferRelativeResize="0"/>
          <p:nvPr/>
        </p:nvPicPr>
        <p:blipFill rotWithShape="1">
          <a:blip r:embed="rId7">
            <a:alphaModFix/>
          </a:blip>
          <a:srcRect/>
          <a:stretch/>
        </p:blipFill>
        <p:spPr>
          <a:xfrm>
            <a:off x="200963" y="1920638"/>
            <a:ext cx="4652392" cy="539525"/>
          </a:xfrm>
          <a:prstGeom prst="rect">
            <a:avLst/>
          </a:prstGeom>
          <a:noFill/>
          <a:ln>
            <a:noFill/>
          </a:ln>
        </p:spPr>
      </p:pic>
      <p:pic>
        <p:nvPicPr>
          <p:cNvPr id="36" name="Google Shape;192;p21" descr="image.png">
            <a:extLst>
              <a:ext uri="{FF2B5EF4-FFF2-40B4-BE49-F238E27FC236}">
                <a16:creationId xmlns:a16="http://schemas.microsoft.com/office/drawing/2014/main" id="{53237014-E602-4D5D-92E7-C67B502316C9}"/>
              </a:ext>
            </a:extLst>
          </p:cNvPr>
          <p:cNvPicPr preferRelativeResize="0"/>
          <p:nvPr/>
        </p:nvPicPr>
        <p:blipFill rotWithShape="1">
          <a:blip r:embed="rId8">
            <a:alphaModFix/>
          </a:blip>
          <a:srcRect/>
          <a:stretch/>
        </p:blipFill>
        <p:spPr>
          <a:xfrm>
            <a:off x="200963" y="2774019"/>
            <a:ext cx="4652392" cy="539525"/>
          </a:xfrm>
          <a:prstGeom prst="rect">
            <a:avLst/>
          </a:prstGeom>
          <a:noFill/>
          <a:ln>
            <a:noFill/>
          </a:ln>
        </p:spPr>
      </p:pic>
      <p:pic>
        <p:nvPicPr>
          <p:cNvPr id="37" name="Google Shape;193;p21" descr="image.png">
            <a:extLst>
              <a:ext uri="{FF2B5EF4-FFF2-40B4-BE49-F238E27FC236}">
                <a16:creationId xmlns:a16="http://schemas.microsoft.com/office/drawing/2014/main" id="{88809C60-9081-432C-9592-7A527EF98625}"/>
              </a:ext>
            </a:extLst>
          </p:cNvPr>
          <p:cNvPicPr preferRelativeResize="0"/>
          <p:nvPr/>
        </p:nvPicPr>
        <p:blipFill rotWithShape="1">
          <a:blip r:embed="rId9">
            <a:alphaModFix/>
          </a:blip>
          <a:srcRect/>
          <a:stretch/>
        </p:blipFill>
        <p:spPr>
          <a:xfrm>
            <a:off x="200963" y="3627399"/>
            <a:ext cx="4652392" cy="539525"/>
          </a:xfrm>
          <a:prstGeom prst="rect">
            <a:avLst/>
          </a:prstGeom>
          <a:noFill/>
          <a:ln>
            <a:noFill/>
          </a:ln>
        </p:spPr>
      </p:pic>
      <p:pic>
        <p:nvPicPr>
          <p:cNvPr id="38" name="Google Shape;194;p21" descr="image.png">
            <a:extLst>
              <a:ext uri="{FF2B5EF4-FFF2-40B4-BE49-F238E27FC236}">
                <a16:creationId xmlns:a16="http://schemas.microsoft.com/office/drawing/2014/main" id="{82D2A5F5-39E1-470D-A8BA-EFFDBF2BCFBD}"/>
              </a:ext>
            </a:extLst>
          </p:cNvPr>
          <p:cNvPicPr preferRelativeResize="0"/>
          <p:nvPr/>
        </p:nvPicPr>
        <p:blipFill rotWithShape="1">
          <a:blip r:embed="rId10">
            <a:alphaModFix/>
          </a:blip>
          <a:srcRect/>
          <a:stretch/>
        </p:blipFill>
        <p:spPr>
          <a:xfrm>
            <a:off x="496237" y="1165069"/>
            <a:ext cx="293394" cy="253150"/>
          </a:xfrm>
          <a:prstGeom prst="rect">
            <a:avLst/>
          </a:prstGeom>
          <a:noFill/>
          <a:ln>
            <a:noFill/>
          </a:ln>
        </p:spPr>
      </p:pic>
      <p:pic>
        <p:nvPicPr>
          <p:cNvPr id="39" name="Google Shape;195;p21" descr="image.png">
            <a:extLst>
              <a:ext uri="{FF2B5EF4-FFF2-40B4-BE49-F238E27FC236}">
                <a16:creationId xmlns:a16="http://schemas.microsoft.com/office/drawing/2014/main" id="{F06BFB5D-5047-424A-8E9C-397C49BACC3E}"/>
              </a:ext>
            </a:extLst>
          </p:cNvPr>
          <p:cNvPicPr preferRelativeResize="0"/>
          <p:nvPr/>
        </p:nvPicPr>
        <p:blipFill rotWithShape="1">
          <a:blip r:embed="rId11">
            <a:alphaModFix/>
          </a:blip>
          <a:srcRect/>
          <a:stretch/>
        </p:blipFill>
        <p:spPr>
          <a:xfrm>
            <a:off x="496237" y="2018449"/>
            <a:ext cx="293394" cy="253150"/>
          </a:xfrm>
          <a:prstGeom prst="rect">
            <a:avLst/>
          </a:prstGeom>
          <a:noFill/>
          <a:ln>
            <a:noFill/>
          </a:ln>
        </p:spPr>
      </p:pic>
      <p:pic>
        <p:nvPicPr>
          <p:cNvPr id="40" name="Google Shape;196;p21" descr="image.png">
            <a:extLst>
              <a:ext uri="{FF2B5EF4-FFF2-40B4-BE49-F238E27FC236}">
                <a16:creationId xmlns:a16="http://schemas.microsoft.com/office/drawing/2014/main" id="{C4BE0EF7-851A-4821-9DDE-CE876024BA1B}"/>
              </a:ext>
            </a:extLst>
          </p:cNvPr>
          <p:cNvPicPr preferRelativeResize="0"/>
          <p:nvPr/>
        </p:nvPicPr>
        <p:blipFill rotWithShape="1">
          <a:blip r:embed="rId12">
            <a:alphaModFix/>
          </a:blip>
          <a:srcRect/>
          <a:stretch/>
        </p:blipFill>
        <p:spPr>
          <a:xfrm>
            <a:off x="496237" y="2871830"/>
            <a:ext cx="293394" cy="253150"/>
          </a:xfrm>
          <a:prstGeom prst="rect">
            <a:avLst/>
          </a:prstGeom>
          <a:noFill/>
          <a:ln>
            <a:noFill/>
          </a:ln>
        </p:spPr>
      </p:pic>
      <p:pic>
        <p:nvPicPr>
          <p:cNvPr id="41" name="Google Shape;197;p21" descr="image.png">
            <a:extLst>
              <a:ext uri="{FF2B5EF4-FFF2-40B4-BE49-F238E27FC236}">
                <a16:creationId xmlns:a16="http://schemas.microsoft.com/office/drawing/2014/main" id="{E438C343-3599-4ECC-B56D-F35F7C49FFCB}"/>
              </a:ext>
            </a:extLst>
          </p:cNvPr>
          <p:cNvPicPr preferRelativeResize="0"/>
          <p:nvPr/>
        </p:nvPicPr>
        <p:blipFill rotWithShape="1">
          <a:blip r:embed="rId13">
            <a:alphaModFix/>
          </a:blip>
          <a:srcRect/>
          <a:stretch/>
        </p:blipFill>
        <p:spPr>
          <a:xfrm>
            <a:off x="496237" y="3725210"/>
            <a:ext cx="293394" cy="253150"/>
          </a:xfrm>
          <a:prstGeom prst="rect">
            <a:avLst/>
          </a:prstGeom>
          <a:noFill/>
          <a:ln>
            <a:noFill/>
          </a:ln>
        </p:spPr>
      </p:pic>
      <p:sp>
        <p:nvSpPr>
          <p:cNvPr id="42" name="Google Shape;199;p21">
            <a:extLst>
              <a:ext uri="{FF2B5EF4-FFF2-40B4-BE49-F238E27FC236}">
                <a16:creationId xmlns:a16="http://schemas.microsoft.com/office/drawing/2014/main" id="{5D719A70-8D7D-4E39-82AE-A76CE32C97A6}"/>
              </a:ext>
            </a:extLst>
          </p:cNvPr>
          <p:cNvSpPr txBox="1"/>
          <p:nvPr/>
        </p:nvSpPr>
        <p:spPr>
          <a:xfrm>
            <a:off x="1020112" y="1104575"/>
            <a:ext cx="1207762"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latin typeface="Times New Roman" panose="02020603050405020304" pitchFamily="18" charset="0"/>
                <a:ea typeface="Urbanist"/>
                <a:cs typeface="Times New Roman" panose="02020603050405020304" pitchFamily="18" charset="0"/>
                <a:sym typeface="Urbanist"/>
              </a:rPr>
              <a:t>Инициализация</a:t>
            </a:r>
            <a:endParaRPr sz="1200" dirty="0">
              <a:latin typeface="Times New Roman" panose="02020603050405020304" pitchFamily="18" charset="0"/>
              <a:cs typeface="Times New Roman" panose="02020603050405020304" pitchFamily="18" charset="0"/>
            </a:endParaRPr>
          </a:p>
        </p:txBody>
      </p:sp>
      <p:sp>
        <p:nvSpPr>
          <p:cNvPr id="43" name="Google Shape;200;p21">
            <a:extLst>
              <a:ext uri="{FF2B5EF4-FFF2-40B4-BE49-F238E27FC236}">
                <a16:creationId xmlns:a16="http://schemas.microsoft.com/office/drawing/2014/main" id="{2768F73B-0463-489F-8D8F-A5DA93B31BC4}"/>
              </a:ext>
            </a:extLst>
          </p:cNvPr>
          <p:cNvSpPr txBox="1"/>
          <p:nvPr/>
        </p:nvSpPr>
        <p:spPr>
          <a:xfrm>
            <a:off x="1020112" y="1317693"/>
            <a:ext cx="3670671"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Загрузка</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 </a:t>
            </a: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компонентов</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 </a:t>
            </a: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формы</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 и </a:t>
            </a: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массива</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 </a:t>
            </a: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данных</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a:t>
            </a:r>
            <a:endParaRPr sz="1200" dirty="0">
              <a:latin typeface="Times New Roman" panose="02020603050405020304" pitchFamily="18" charset="0"/>
              <a:cs typeface="Times New Roman" panose="02020603050405020304" pitchFamily="18" charset="0"/>
            </a:endParaRPr>
          </a:p>
        </p:txBody>
      </p:sp>
      <p:sp>
        <p:nvSpPr>
          <p:cNvPr id="44" name="Google Shape;201;p21">
            <a:extLst>
              <a:ext uri="{FF2B5EF4-FFF2-40B4-BE49-F238E27FC236}">
                <a16:creationId xmlns:a16="http://schemas.microsoft.com/office/drawing/2014/main" id="{14F55FF3-CE7E-4E57-82BF-5CC31FFFF53F}"/>
              </a:ext>
            </a:extLst>
          </p:cNvPr>
          <p:cNvSpPr txBox="1"/>
          <p:nvPr/>
        </p:nvSpPr>
        <p:spPr>
          <a:xfrm>
            <a:off x="1020112" y="1957955"/>
            <a:ext cx="1723088"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latin typeface="Times New Roman" panose="02020603050405020304" pitchFamily="18" charset="0"/>
                <a:ea typeface="Urbanist"/>
                <a:cs typeface="Times New Roman" panose="02020603050405020304" pitchFamily="18" charset="0"/>
                <a:sym typeface="Urbanist"/>
              </a:rPr>
              <a:t>Считывание</a:t>
            </a:r>
            <a:r>
              <a:rPr lang="en-US" sz="1200" b="1" i="0" u="none" strike="noStrike" cap="none" dirty="0">
                <a:latin typeface="Times New Roman" panose="02020603050405020304" pitchFamily="18" charset="0"/>
                <a:ea typeface="Urbanist"/>
                <a:cs typeface="Times New Roman" panose="02020603050405020304" pitchFamily="18" charset="0"/>
                <a:sym typeface="Urbanist"/>
              </a:rPr>
              <a:t> </a:t>
            </a:r>
            <a:r>
              <a:rPr lang="en-US" sz="1200" b="1" i="0" u="none" strike="noStrike" cap="none" dirty="0" err="1">
                <a:latin typeface="Times New Roman" panose="02020603050405020304" pitchFamily="18" charset="0"/>
                <a:ea typeface="Urbanist"/>
                <a:cs typeface="Times New Roman" panose="02020603050405020304" pitchFamily="18" charset="0"/>
                <a:sym typeface="Urbanist"/>
              </a:rPr>
              <a:t>фильтров</a:t>
            </a:r>
            <a:endParaRPr sz="1200" dirty="0">
              <a:latin typeface="Times New Roman" panose="02020603050405020304" pitchFamily="18" charset="0"/>
              <a:cs typeface="Times New Roman" panose="02020603050405020304" pitchFamily="18" charset="0"/>
            </a:endParaRPr>
          </a:p>
        </p:txBody>
      </p:sp>
      <p:sp>
        <p:nvSpPr>
          <p:cNvPr id="45" name="Google Shape;202;p21">
            <a:extLst>
              <a:ext uri="{FF2B5EF4-FFF2-40B4-BE49-F238E27FC236}">
                <a16:creationId xmlns:a16="http://schemas.microsoft.com/office/drawing/2014/main" id="{5C7131D5-6B8A-422B-8555-F21D4FB79EB0}"/>
              </a:ext>
            </a:extLst>
          </p:cNvPr>
          <p:cNvSpPr txBox="1"/>
          <p:nvPr/>
        </p:nvSpPr>
        <p:spPr>
          <a:xfrm>
            <a:off x="1020111" y="2171073"/>
            <a:ext cx="3495617"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Получение</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 </a:t>
            </a: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значений</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 </a:t>
            </a: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категории</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 </a:t>
            </a: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стран</a:t>
            </a:r>
            <a:r>
              <a:rPr lang="ru-RU" sz="1200" b="0" i="0" u="none" strike="noStrike" cap="none" dirty="0">
                <a:latin typeface="Times New Roman" panose="02020603050405020304" pitchFamily="18" charset="0"/>
                <a:ea typeface="Urbanist"/>
                <a:cs typeface="Times New Roman" panose="02020603050405020304" pitchFamily="18" charset="0"/>
                <a:sym typeface="Urbanist"/>
              </a:rPr>
              <a:t>ы, года и </a:t>
            </a:r>
            <a:r>
              <a:rPr lang="ru-RU" sz="1200" b="0" i="0" u="none" strike="noStrike" cap="none" dirty="0" err="1">
                <a:latin typeface="Times New Roman" panose="02020603050405020304" pitchFamily="18" charset="0"/>
                <a:ea typeface="Urbanist"/>
                <a:cs typeface="Times New Roman" panose="02020603050405020304" pitchFamily="18" charset="0"/>
                <a:sym typeface="Urbanist"/>
              </a:rPr>
              <a:t>пр</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a:t>
            </a:r>
            <a:endParaRPr sz="1200" dirty="0">
              <a:latin typeface="Times New Roman" panose="02020603050405020304" pitchFamily="18" charset="0"/>
              <a:cs typeface="Times New Roman" panose="02020603050405020304" pitchFamily="18" charset="0"/>
            </a:endParaRPr>
          </a:p>
        </p:txBody>
      </p:sp>
      <p:sp>
        <p:nvSpPr>
          <p:cNvPr id="46" name="Google Shape;203;p21">
            <a:extLst>
              <a:ext uri="{FF2B5EF4-FFF2-40B4-BE49-F238E27FC236}">
                <a16:creationId xmlns:a16="http://schemas.microsoft.com/office/drawing/2014/main" id="{531C9382-FF72-40CA-8AD7-33F167F54F48}"/>
              </a:ext>
            </a:extLst>
          </p:cNvPr>
          <p:cNvSpPr txBox="1"/>
          <p:nvPr/>
        </p:nvSpPr>
        <p:spPr>
          <a:xfrm>
            <a:off x="1020111" y="2811336"/>
            <a:ext cx="1287635"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latin typeface="Times New Roman" panose="02020603050405020304" pitchFamily="18" charset="0"/>
                <a:ea typeface="Urbanist"/>
                <a:cs typeface="Times New Roman" panose="02020603050405020304" pitchFamily="18" charset="0"/>
                <a:sym typeface="Urbanist"/>
              </a:rPr>
              <a:t>Обработка</a:t>
            </a:r>
            <a:r>
              <a:rPr lang="en-US" sz="1200" b="1" i="0" u="none" strike="noStrike" cap="none" dirty="0">
                <a:latin typeface="Times New Roman" panose="02020603050405020304" pitchFamily="18" charset="0"/>
                <a:ea typeface="Urbanist"/>
                <a:cs typeface="Times New Roman" panose="02020603050405020304" pitchFamily="18" charset="0"/>
                <a:sym typeface="Urbanist"/>
              </a:rPr>
              <a:t> </a:t>
            </a:r>
            <a:r>
              <a:rPr lang="en-US" sz="1200" b="1" i="0" u="none" strike="noStrike" cap="none" dirty="0" err="1">
                <a:latin typeface="Times New Roman" panose="02020603050405020304" pitchFamily="18" charset="0"/>
                <a:ea typeface="Urbanist"/>
                <a:cs typeface="Times New Roman" panose="02020603050405020304" pitchFamily="18" charset="0"/>
                <a:sym typeface="Urbanist"/>
              </a:rPr>
              <a:t>поиска</a:t>
            </a:r>
            <a:endParaRPr sz="1200" dirty="0">
              <a:latin typeface="Times New Roman" panose="02020603050405020304" pitchFamily="18" charset="0"/>
              <a:cs typeface="Times New Roman" panose="02020603050405020304" pitchFamily="18" charset="0"/>
            </a:endParaRPr>
          </a:p>
        </p:txBody>
      </p:sp>
      <p:sp>
        <p:nvSpPr>
          <p:cNvPr id="47" name="Google Shape;204;p21">
            <a:extLst>
              <a:ext uri="{FF2B5EF4-FFF2-40B4-BE49-F238E27FC236}">
                <a16:creationId xmlns:a16="http://schemas.microsoft.com/office/drawing/2014/main" id="{97A361A1-EF42-4961-BE56-B9E9DEDD6188}"/>
              </a:ext>
            </a:extLst>
          </p:cNvPr>
          <p:cNvSpPr txBox="1"/>
          <p:nvPr/>
        </p:nvSpPr>
        <p:spPr>
          <a:xfrm>
            <a:off x="1020112" y="3024454"/>
            <a:ext cx="3587607"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Проверка</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 </a:t>
            </a: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условий</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 и </a:t>
            </a: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поиск</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 </a:t>
            </a: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совпадений</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 в </a:t>
            </a: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строке</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a:t>
            </a:r>
            <a:endParaRPr sz="1200" dirty="0">
              <a:latin typeface="Times New Roman" panose="02020603050405020304" pitchFamily="18" charset="0"/>
              <a:cs typeface="Times New Roman" panose="02020603050405020304" pitchFamily="18" charset="0"/>
            </a:endParaRPr>
          </a:p>
        </p:txBody>
      </p:sp>
      <p:sp>
        <p:nvSpPr>
          <p:cNvPr id="48" name="Google Shape;205;p21">
            <a:extLst>
              <a:ext uri="{FF2B5EF4-FFF2-40B4-BE49-F238E27FC236}">
                <a16:creationId xmlns:a16="http://schemas.microsoft.com/office/drawing/2014/main" id="{0078BE3A-5F3D-4157-BF7B-7778816B12B7}"/>
              </a:ext>
            </a:extLst>
          </p:cNvPr>
          <p:cNvSpPr txBox="1"/>
          <p:nvPr/>
        </p:nvSpPr>
        <p:spPr>
          <a:xfrm>
            <a:off x="992622" y="3680562"/>
            <a:ext cx="1315125"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latin typeface="Times New Roman" panose="02020603050405020304" pitchFamily="18" charset="0"/>
                <a:ea typeface="Urbanist"/>
                <a:cs typeface="Times New Roman" panose="02020603050405020304" pitchFamily="18" charset="0"/>
                <a:sym typeface="Urbanist"/>
              </a:rPr>
              <a:t>Обновление</a:t>
            </a:r>
            <a:r>
              <a:rPr lang="en-US" sz="1200" b="1" i="0" u="none" strike="noStrike" cap="none" dirty="0">
                <a:latin typeface="Times New Roman" panose="02020603050405020304" pitchFamily="18" charset="0"/>
                <a:ea typeface="Urbanist"/>
                <a:cs typeface="Times New Roman" panose="02020603050405020304" pitchFamily="18" charset="0"/>
                <a:sym typeface="Urbanist"/>
              </a:rPr>
              <a:t> UI</a:t>
            </a:r>
            <a:endParaRPr sz="1200" dirty="0">
              <a:latin typeface="Times New Roman" panose="02020603050405020304" pitchFamily="18" charset="0"/>
              <a:cs typeface="Times New Roman" panose="02020603050405020304" pitchFamily="18" charset="0"/>
            </a:endParaRPr>
          </a:p>
        </p:txBody>
      </p:sp>
      <p:sp>
        <p:nvSpPr>
          <p:cNvPr id="49" name="Google Shape;206;p21">
            <a:extLst>
              <a:ext uri="{FF2B5EF4-FFF2-40B4-BE49-F238E27FC236}">
                <a16:creationId xmlns:a16="http://schemas.microsoft.com/office/drawing/2014/main" id="{0B0451E7-FE0E-4E92-9A80-A279EA6149D6}"/>
              </a:ext>
            </a:extLst>
          </p:cNvPr>
          <p:cNvSpPr txBox="1"/>
          <p:nvPr/>
        </p:nvSpPr>
        <p:spPr>
          <a:xfrm>
            <a:off x="1020112" y="3877834"/>
            <a:ext cx="3495615"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Визуализация</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 </a:t>
            </a: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списка</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 </a:t>
            </a: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моделей</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 в </a:t>
            </a:r>
            <a:r>
              <a:rPr lang="en-US" sz="1200" b="0" i="0" u="none" strike="noStrike" cap="none" dirty="0" err="1">
                <a:latin typeface="Times New Roman" panose="02020603050405020304" pitchFamily="18" charset="0"/>
                <a:ea typeface="Urbanist"/>
                <a:cs typeface="Times New Roman" panose="02020603050405020304" pitchFamily="18" charset="0"/>
                <a:sym typeface="Urbanist"/>
              </a:rPr>
              <a:t>интерфейсе</a:t>
            </a:r>
            <a:r>
              <a:rPr lang="en-US" sz="1200" b="0" i="0" u="none" strike="noStrike" cap="none" dirty="0">
                <a:latin typeface="Times New Roman" panose="02020603050405020304" pitchFamily="18" charset="0"/>
                <a:ea typeface="Urbanist"/>
                <a:cs typeface="Times New Roman" panose="02020603050405020304" pitchFamily="18" charset="0"/>
                <a:sym typeface="Urbanist"/>
              </a:rPr>
              <a:t>.</a:t>
            </a:r>
            <a:endParaRPr sz="1200" dirty="0">
              <a:latin typeface="Times New Roman" panose="02020603050405020304" pitchFamily="18" charset="0"/>
              <a:cs typeface="Times New Roman" panose="02020603050405020304" pitchFamily="18" charset="0"/>
            </a:endParaRPr>
          </a:p>
        </p:txBody>
      </p:sp>
      <p:sp>
        <p:nvSpPr>
          <p:cNvPr id="50" name="Прямоугольник 49">
            <a:extLst>
              <a:ext uri="{FF2B5EF4-FFF2-40B4-BE49-F238E27FC236}">
                <a16:creationId xmlns:a16="http://schemas.microsoft.com/office/drawing/2014/main" id="{02B7EFFF-5CE5-4E08-B019-D5956784433C}"/>
              </a:ext>
            </a:extLst>
          </p:cNvPr>
          <p:cNvSpPr/>
          <p:nvPr/>
        </p:nvSpPr>
        <p:spPr>
          <a:xfrm>
            <a:off x="4453217" y="2387084"/>
            <a:ext cx="237566" cy="369332"/>
          </a:xfrm>
          <a:prstGeom prst="rect">
            <a:avLst/>
          </a:prstGeom>
        </p:spPr>
        <p:txBody>
          <a:bodyPr wrap="none">
            <a:spAutoFit/>
          </a:bodyPr>
          <a:lstStyle/>
          <a:p>
            <a:r>
              <a:rPr lang="ru-BY" dirty="0"/>
              <a:t> </a:t>
            </a:r>
            <a:endParaRPr lang="LID4096" dirty="0"/>
          </a:p>
        </p:txBody>
      </p:sp>
      <p:sp>
        <p:nvSpPr>
          <p:cNvPr id="51" name="Прямоугольник 50">
            <a:extLst>
              <a:ext uri="{FF2B5EF4-FFF2-40B4-BE49-F238E27FC236}">
                <a16:creationId xmlns:a16="http://schemas.microsoft.com/office/drawing/2014/main" id="{05E3E0C1-F67A-445F-951F-EF48D23F3177}"/>
              </a:ext>
            </a:extLst>
          </p:cNvPr>
          <p:cNvSpPr/>
          <p:nvPr/>
        </p:nvSpPr>
        <p:spPr>
          <a:xfrm>
            <a:off x="4453217" y="2387084"/>
            <a:ext cx="237566" cy="369332"/>
          </a:xfrm>
          <a:prstGeom prst="rect">
            <a:avLst/>
          </a:prstGeom>
        </p:spPr>
        <p:txBody>
          <a:bodyPr wrap="none">
            <a:spAutoFit/>
          </a:bodyPr>
          <a:lstStyle/>
          <a:p>
            <a:r>
              <a:rPr lang="ru-BY" dirty="0"/>
              <a:t> </a:t>
            </a:r>
            <a:endParaRPr lang="LID4096" dirty="0"/>
          </a:p>
        </p:txBody>
      </p:sp>
    </p:spTree>
    <p:extLst>
      <p:ext uri="{BB962C8B-B14F-4D97-AF65-F5344CB8AC3E}">
        <p14:creationId xmlns:p14="http://schemas.microsoft.com/office/powerpoint/2010/main" val="404266115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A27B2670-8808-E5CC-18C0-E6ED28742217}"/>
              </a:ext>
            </a:extLst>
          </p:cNvPr>
          <p:cNvPicPr>
            <a:picLocks noChangeAspect="1"/>
          </p:cNvPicPr>
          <p:nvPr/>
        </p:nvPicPr>
        <p:blipFill>
          <a:blip r:embed="rId2"/>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1352924B-24D4-40AA-707B-49770F7C0837}"/>
              </a:ext>
            </a:extLst>
          </p:cNvPr>
          <p:cNvSpPr txBox="1"/>
          <p:nvPr/>
        </p:nvSpPr>
        <p:spPr>
          <a:xfrm>
            <a:off x="1712394" y="0"/>
            <a:ext cx="6260031" cy="600164"/>
          </a:xfrm>
          <a:prstGeom prst="rect">
            <a:avLst/>
          </a:prstGeom>
          <a:noFill/>
        </p:spPr>
        <p:txBody>
          <a:bodyPr wrap="square">
            <a:spAutoFit/>
          </a:bodyPr>
          <a:lstStyle/>
          <a:p>
            <a:r>
              <a:rPr lang="ru-RU" sz="3300" dirty="0">
                <a:latin typeface="Bahnschrift SemiBold Condensed" panose="020B0502040204020203" pitchFamily="34" charset="0"/>
              </a:rPr>
              <a:t>Тестирование разработанного приложения</a:t>
            </a:r>
          </a:p>
        </p:txBody>
      </p:sp>
      <p:sp>
        <p:nvSpPr>
          <p:cNvPr id="11" name="TextBox 10">
            <a:extLst>
              <a:ext uri="{FF2B5EF4-FFF2-40B4-BE49-F238E27FC236}">
                <a16:creationId xmlns:a16="http://schemas.microsoft.com/office/drawing/2014/main" id="{0F4FEB0D-CF3B-5B01-A062-2932705CD46C}"/>
              </a:ext>
            </a:extLst>
          </p:cNvPr>
          <p:cNvSpPr txBox="1"/>
          <p:nvPr/>
        </p:nvSpPr>
        <p:spPr>
          <a:xfrm>
            <a:off x="277489" y="1018943"/>
            <a:ext cx="3474720" cy="646331"/>
          </a:xfrm>
          <a:prstGeom prst="rect">
            <a:avLst/>
          </a:prstGeom>
          <a:noFill/>
        </p:spPr>
        <p:txBody>
          <a:bodyPr wrap="square">
            <a:spAutoFit/>
          </a:bodyPr>
          <a:lstStyle/>
          <a:p>
            <a:pPr indent="541338" algn="just" rtl="0"/>
            <a:r>
              <a:rPr lang="ru-RU" dirty="0">
                <a:latin typeface="Times New Roman" panose="02020603050405020304" pitchFamily="18" charset="0"/>
                <a:cs typeface="Times New Roman" panose="02020603050405020304" pitchFamily="18" charset="0"/>
              </a:rPr>
              <a:t>Тестирование корректности работы панели фильтрации.</a:t>
            </a:r>
          </a:p>
        </p:txBody>
      </p:sp>
      <p:pic>
        <p:nvPicPr>
          <p:cNvPr id="5" name="Рисунок 4">
            <a:extLst>
              <a:ext uri="{FF2B5EF4-FFF2-40B4-BE49-F238E27FC236}">
                <a16:creationId xmlns:a16="http://schemas.microsoft.com/office/drawing/2014/main" id="{F2F71D5F-0780-4397-860B-22D151EEA26C}"/>
              </a:ext>
            </a:extLst>
          </p:cNvPr>
          <p:cNvPicPr>
            <a:picLocks noChangeAspect="1"/>
          </p:cNvPicPr>
          <p:nvPr/>
        </p:nvPicPr>
        <p:blipFill>
          <a:blip r:embed="rId3"/>
          <a:stretch>
            <a:fillRect/>
          </a:stretch>
        </p:blipFill>
        <p:spPr>
          <a:xfrm>
            <a:off x="122589" y="1762908"/>
            <a:ext cx="3924015" cy="2373122"/>
          </a:xfrm>
          <a:prstGeom prst="rect">
            <a:avLst/>
          </a:prstGeom>
          <a:ln>
            <a:solidFill>
              <a:schemeClr val="tx1"/>
            </a:solidFill>
          </a:ln>
        </p:spPr>
      </p:pic>
      <p:sp>
        <p:nvSpPr>
          <p:cNvPr id="9" name="TextBox 8">
            <a:extLst>
              <a:ext uri="{FF2B5EF4-FFF2-40B4-BE49-F238E27FC236}">
                <a16:creationId xmlns:a16="http://schemas.microsoft.com/office/drawing/2014/main" id="{2FF8C708-0FB9-45DE-BBF5-3FBD858359AB}"/>
              </a:ext>
            </a:extLst>
          </p:cNvPr>
          <p:cNvSpPr txBox="1"/>
          <p:nvPr/>
        </p:nvSpPr>
        <p:spPr>
          <a:xfrm>
            <a:off x="4497705" y="1018943"/>
            <a:ext cx="3474720" cy="646331"/>
          </a:xfrm>
          <a:prstGeom prst="rect">
            <a:avLst/>
          </a:prstGeom>
          <a:noFill/>
        </p:spPr>
        <p:txBody>
          <a:bodyPr wrap="square">
            <a:spAutoFit/>
          </a:bodyPr>
          <a:lstStyle/>
          <a:p>
            <a:pPr indent="541338" algn="just" rtl="0"/>
            <a:r>
              <a:rPr lang="ru-RU" dirty="0">
                <a:latin typeface="Times New Roman" panose="02020603050405020304" pitchFamily="18" charset="0"/>
                <a:cs typeface="Times New Roman" panose="02020603050405020304" pitchFamily="18" charset="0"/>
              </a:rPr>
              <a:t>Тестирование корректности работы строки поиска.</a:t>
            </a:r>
          </a:p>
        </p:txBody>
      </p:sp>
      <p:pic>
        <p:nvPicPr>
          <p:cNvPr id="8" name="Рисунок 7">
            <a:extLst>
              <a:ext uri="{FF2B5EF4-FFF2-40B4-BE49-F238E27FC236}">
                <a16:creationId xmlns:a16="http://schemas.microsoft.com/office/drawing/2014/main" id="{6D409238-E925-4EB7-A9B0-81B5929DB0CE}"/>
              </a:ext>
            </a:extLst>
          </p:cNvPr>
          <p:cNvPicPr>
            <a:picLocks noChangeAspect="1"/>
          </p:cNvPicPr>
          <p:nvPr/>
        </p:nvPicPr>
        <p:blipFill>
          <a:blip r:embed="rId4"/>
          <a:stretch>
            <a:fillRect/>
          </a:stretch>
        </p:blipFill>
        <p:spPr>
          <a:xfrm>
            <a:off x="4169194" y="1762908"/>
            <a:ext cx="4852218" cy="2373122"/>
          </a:xfrm>
          <a:prstGeom prst="rect">
            <a:avLst/>
          </a:prstGeom>
          <a:ln>
            <a:solidFill>
              <a:schemeClr val="tx1"/>
            </a:solidFill>
          </a:ln>
        </p:spPr>
      </p:pic>
    </p:spTree>
    <p:extLst>
      <p:ext uri="{BB962C8B-B14F-4D97-AF65-F5344CB8AC3E}">
        <p14:creationId xmlns:p14="http://schemas.microsoft.com/office/powerpoint/2010/main" val="3392712824"/>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49D74-B0D6-F37C-9B6C-40DDCFF3524D}"/>
            </a:ext>
          </a:extLst>
        </p:cNvPr>
        <p:cNvGrpSpPr/>
        <p:nvPr/>
      </p:nvGrpSpPr>
      <p:grpSpPr>
        <a:xfrm>
          <a:off x="0" y="0"/>
          <a:ext cx="0" cy="0"/>
          <a:chOff x="0" y="0"/>
          <a:chExt cx="0" cy="0"/>
        </a:xfrm>
      </p:grpSpPr>
      <p:pic>
        <p:nvPicPr>
          <p:cNvPr id="2" name="Рисунок 1">
            <a:extLst>
              <a:ext uri="{FF2B5EF4-FFF2-40B4-BE49-F238E27FC236}">
                <a16:creationId xmlns:a16="http://schemas.microsoft.com/office/drawing/2014/main" id="{AAE4CDA6-69C3-B61B-ADCD-CC4400062262}"/>
              </a:ext>
            </a:extLst>
          </p:cNvPr>
          <p:cNvPicPr>
            <a:picLocks noChangeAspect="1"/>
          </p:cNvPicPr>
          <p:nvPr/>
        </p:nvPicPr>
        <p:blipFill>
          <a:blip r:embed="rId2"/>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777457F9-D75B-E910-30BE-F71055FB17CD}"/>
              </a:ext>
            </a:extLst>
          </p:cNvPr>
          <p:cNvSpPr txBox="1"/>
          <p:nvPr/>
        </p:nvSpPr>
        <p:spPr>
          <a:xfrm>
            <a:off x="1712394" y="0"/>
            <a:ext cx="6260031" cy="600164"/>
          </a:xfrm>
          <a:prstGeom prst="rect">
            <a:avLst/>
          </a:prstGeom>
          <a:noFill/>
        </p:spPr>
        <p:txBody>
          <a:bodyPr wrap="square">
            <a:spAutoFit/>
          </a:bodyPr>
          <a:lstStyle/>
          <a:p>
            <a:r>
              <a:rPr lang="ru-RU" sz="3300" dirty="0">
                <a:latin typeface="Bahnschrift SemiBold Condensed" panose="020B0502040204020203" pitchFamily="34" charset="0"/>
              </a:rPr>
              <a:t>Тестирование разработанного приложения</a:t>
            </a:r>
          </a:p>
        </p:txBody>
      </p:sp>
      <p:sp>
        <p:nvSpPr>
          <p:cNvPr id="11" name="TextBox 10">
            <a:extLst>
              <a:ext uri="{FF2B5EF4-FFF2-40B4-BE49-F238E27FC236}">
                <a16:creationId xmlns:a16="http://schemas.microsoft.com/office/drawing/2014/main" id="{B2EF50F9-84E5-CC12-F91A-DEFBC2298F01}"/>
              </a:ext>
            </a:extLst>
          </p:cNvPr>
          <p:cNvSpPr txBox="1"/>
          <p:nvPr/>
        </p:nvSpPr>
        <p:spPr>
          <a:xfrm>
            <a:off x="1610751" y="901005"/>
            <a:ext cx="5043267" cy="646331"/>
          </a:xfrm>
          <a:prstGeom prst="rect">
            <a:avLst/>
          </a:prstGeom>
          <a:noFill/>
        </p:spPr>
        <p:txBody>
          <a:bodyPr wrap="square">
            <a:spAutoFit/>
          </a:bodyPr>
          <a:lstStyle/>
          <a:p>
            <a:pPr indent="541338" algn="just" rtl="0"/>
            <a:r>
              <a:rPr lang="ru-RU" dirty="0">
                <a:latin typeface="Times New Roman" panose="02020603050405020304" pitchFamily="18" charset="0"/>
                <a:cs typeface="Times New Roman" panose="02020603050405020304" pitchFamily="18" charset="0"/>
              </a:rPr>
              <a:t>Тестирование отображения ока с подробной информацией о конкретном самолёте.</a:t>
            </a:r>
          </a:p>
        </p:txBody>
      </p:sp>
      <p:pic>
        <p:nvPicPr>
          <p:cNvPr id="8" name="Рисунок 7">
            <a:extLst>
              <a:ext uri="{FF2B5EF4-FFF2-40B4-BE49-F238E27FC236}">
                <a16:creationId xmlns:a16="http://schemas.microsoft.com/office/drawing/2014/main" id="{8F452317-FB8C-40A3-A989-9568CD09C329}"/>
              </a:ext>
            </a:extLst>
          </p:cNvPr>
          <p:cNvPicPr/>
          <p:nvPr/>
        </p:nvPicPr>
        <p:blipFill rotWithShape="1">
          <a:blip r:embed="rId3"/>
          <a:srcRect l="886"/>
          <a:stretch/>
        </p:blipFill>
        <p:spPr>
          <a:xfrm>
            <a:off x="1139483" y="1684948"/>
            <a:ext cx="6639950" cy="3062897"/>
          </a:xfrm>
          <a:prstGeom prst="rect">
            <a:avLst/>
          </a:prstGeom>
          <a:ln>
            <a:solidFill>
              <a:schemeClr val="tx1"/>
            </a:solidFill>
          </a:ln>
        </p:spPr>
      </p:pic>
    </p:spTree>
    <p:extLst>
      <p:ext uri="{BB962C8B-B14F-4D97-AF65-F5344CB8AC3E}">
        <p14:creationId xmlns:p14="http://schemas.microsoft.com/office/powerpoint/2010/main" val="1963400910"/>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Picture background">
            <a:extLst>
              <a:ext uri="{FF2B5EF4-FFF2-40B4-BE49-F238E27FC236}">
                <a16:creationId xmlns:a16="http://schemas.microsoft.com/office/drawing/2014/main" id="{225C1529-B3DA-3984-055D-6C6612B977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C833D46-B8DB-BAB6-ADF0-1538E5FC65F7}"/>
              </a:ext>
            </a:extLst>
          </p:cNvPr>
          <p:cNvSpPr txBox="1"/>
          <p:nvPr/>
        </p:nvSpPr>
        <p:spPr>
          <a:xfrm>
            <a:off x="1900989" y="2152764"/>
            <a:ext cx="6611504" cy="600164"/>
          </a:xfrm>
          <a:prstGeom prst="rect">
            <a:avLst/>
          </a:prstGeom>
          <a:noFill/>
        </p:spPr>
        <p:txBody>
          <a:bodyPr wrap="square">
            <a:spAutoFit/>
          </a:bodyPr>
          <a:lstStyle/>
          <a:p>
            <a:r>
              <a:rPr lang="ru-RU" sz="3300" dirty="0">
                <a:latin typeface="Bahnschrift SemiBold Condensed" panose="020B0502040204020203" pitchFamily="34" charset="0"/>
              </a:rPr>
              <a:t>Демонстрация разработанного приложения</a:t>
            </a:r>
          </a:p>
        </p:txBody>
      </p:sp>
    </p:spTree>
    <p:extLst>
      <p:ext uri="{BB962C8B-B14F-4D97-AF65-F5344CB8AC3E}">
        <p14:creationId xmlns:p14="http://schemas.microsoft.com/office/powerpoint/2010/main" val="313926714"/>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36B96038-2FAC-FC2F-AB6E-4A2D519EEFA6}"/>
              </a:ext>
            </a:extLst>
          </p:cNvPr>
          <p:cNvPicPr>
            <a:picLocks noChangeAspect="1"/>
          </p:cNvPicPr>
          <p:nvPr/>
        </p:nvPicPr>
        <p:blipFill>
          <a:blip r:embed="rId2"/>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0027584E-28CD-624E-E47D-977015E511ED}"/>
              </a:ext>
            </a:extLst>
          </p:cNvPr>
          <p:cNvSpPr txBox="1"/>
          <p:nvPr/>
        </p:nvSpPr>
        <p:spPr>
          <a:xfrm>
            <a:off x="1909938" y="2110085"/>
            <a:ext cx="5324124" cy="923330"/>
          </a:xfrm>
          <a:prstGeom prst="rect">
            <a:avLst/>
          </a:prstGeom>
          <a:noFill/>
        </p:spPr>
        <p:txBody>
          <a:bodyPr wrap="square">
            <a:spAutoFit/>
          </a:bodyPr>
          <a:lstStyle/>
          <a:p>
            <a:r>
              <a:rPr lang="ru-RU" sz="5400" dirty="0">
                <a:latin typeface="Bahnschrift SemiBold Condensed" panose="020B0502040204020203" pitchFamily="34" charset="0"/>
              </a:rPr>
              <a:t>Спасибо за внимание!</a:t>
            </a:r>
          </a:p>
        </p:txBody>
      </p:sp>
    </p:spTree>
    <p:extLst>
      <p:ext uri="{BB962C8B-B14F-4D97-AF65-F5344CB8AC3E}">
        <p14:creationId xmlns:p14="http://schemas.microsoft.com/office/powerpoint/2010/main" val="26043324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385</TotalTime>
  <Words>598</Words>
  <Application>Microsoft Office PowerPoint</Application>
  <PresentationFormat>Экран (16:9)</PresentationFormat>
  <Paragraphs>68</Paragraphs>
  <Slides>16</Slides>
  <Notes>7</Notes>
  <HiddenSlides>0</HiddenSlides>
  <MMClips>0</MMClips>
  <ScaleCrop>false</ScaleCrop>
  <HeadingPairs>
    <vt:vector size="8" baseType="variant">
      <vt:variant>
        <vt:lpstr>Использованные шрифты</vt:lpstr>
      </vt:variant>
      <vt:variant>
        <vt:i4>10</vt:i4>
      </vt:variant>
      <vt:variant>
        <vt:lpstr>Тема</vt:lpstr>
      </vt:variant>
      <vt:variant>
        <vt:i4>1</vt:i4>
      </vt:variant>
      <vt:variant>
        <vt:lpstr>Внедренные серверы OLE</vt:lpstr>
      </vt:variant>
      <vt:variant>
        <vt:i4>1</vt:i4>
      </vt:variant>
      <vt:variant>
        <vt:lpstr>Заголовки слайдов</vt:lpstr>
      </vt:variant>
      <vt:variant>
        <vt:i4>16</vt:i4>
      </vt:variant>
    </vt:vector>
  </HeadingPairs>
  <TitlesOfParts>
    <vt:vector size="28" baseType="lpstr">
      <vt:lpstr>Arial</vt:lpstr>
      <vt:lpstr>Arial Black</vt:lpstr>
      <vt:lpstr>Bahnschrift SemiBold</vt:lpstr>
      <vt:lpstr>Bahnschrift SemiBold Condensed</vt:lpstr>
      <vt:lpstr>Calibri</vt:lpstr>
      <vt:lpstr>Calibri Light</vt:lpstr>
      <vt:lpstr>Montserrat</vt:lpstr>
      <vt:lpstr>Montserrat Bold</vt:lpstr>
      <vt:lpstr>Times New Roman</vt:lpstr>
      <vt:lpstr>Urbanist</vt:lpstr>
      <vt:lpstr>Тема Office</vt:lpstr>
      <vt:lpstr>CorelDRAW</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Pavel</cp:lastModifiedBy>
  <cp:revision>55</cp:revision>
  <dcterms:created xsi:type="dcterms:W3CDTF">2026-05-16T05:26:38Z</dcterms:created>
  <dcterms:modified xsi:type="dcterms:W3CDTF">2026-07-06T12:18:07Z</dcterms:modified>
</cp:coreProperties>
</file>